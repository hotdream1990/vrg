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50" r:id="rId1"/>
    <p:sldMasterId id="2147483688" r:id="rId2"/>
    <p:sldMasterId id="2147483717" r:id="rId3"/>
  </p:sldMasterIdLst>
  <p:notesMasterIdLst>
    <p:notesMasterId r:id="rId10"/>
  </p:notesMasterIdLst>
  <p:handoutMasterIdLst>
    <p:handoutMasterId r:id="rId11"/>
  </p:handoutMasterIdLst>
  <p:sldIdLst>
    <p:sldId id="385" r:id="rId4"/>
    <p:sldId id="395" r:id="rId5"/>
    <p:sldId id="396" r:id="rId6"/>
    <p:sldId id="404" r:id="rId7"/>
    <p:sldId id="405" r:id="rId8"/>
    <p:sldId id="392" r:id="rId9"/>
  </p:sldIdLst>
  <p:sldSz cx="6858000" cy="9906000" type="A4"/>
  <p:notesSz cx="6670675" cy="9929813"/>
  <p:defaultTextStyle>
    <a:defPPr>
      <a:defRPr lang="en-US"/>
    </a:defPPr>
    <a:lvl1pPr marL="0" algn="l" defTabSz="95779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8898" algn="l" defTabSz="95779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7796" algn="l" defTabSz="95779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6696" algn="l" defTabSz="95779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5594" algn="l" defTabSz="95779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4492" algn="l" defTabSz="95779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73390" algn="l" defTabSz="95779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52289" algn="l" defTabSz="95779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31188" algn="l" defTabSz="95779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">
          <p15:clr>
            <a:srgbClr val="A4A3A4"/>
          </p15:clr>
        </p15:guide>
        <p15:guide id="2" orient="horz" pos="6000">
          <p15:clr>
            <a:srgbClr val="A4A3A4"/>
          </p15:clr>
        </p15:guide>
        <p15:guide id="3" orient="horz" pos="624">
          <p15:clr>
            <a:srgbClr val="A4A3A4"/>
          </p15:clr>
        </p15:guide>
        <p15:guide id="4" orient="horz" pos="960">
          <p15:clr>
            <a:srgbClr val="A4A3A4"/>
          </p15:clr>
        </p15:guide>
        <p15:guide id="5" orient="horz" pos="5712">
          <p15:clr>
            <a:srgbClr val="A4A3A4"/>
          </p15:clr>
        </p15:guide>
        <p15:guide id="6" orient="horz" pos="3504">
          <p15:clr>
            <a:srgbClr val="A4A3A4"/>
          </p15:clr>
        </p15:guide>
        <p15:guide id="7" orient="horz" pos="3600">
          <p15:clr>
            <a:srgbClr val="A4A3A4"/>
          </p15:clr>
        </p15:guide>
        <p15:guide id="8" orient="horz" pos="1632">
          <p15:clr>
            <a:srgbClr val="A4A3A4"/>
          </p15:clr>
        </p15:guide>
        <p15:guide id="9" orient="horz" pos="1776">
          <p15:clr>
            <a:srgbClr val="A4A3A4"/>
          </p15:clr>
        </p15:guide>
        <p15:guide id="10" orient="horz" pos="5856">
          <p15:clr>
            <a:srgbClr val="A4A3A4"/>
          </p15:clr>
        </p15:guide>
        <p15:guide id="11" orient="horz" pos="864">
          <p15:clr>
            <a:srgbClr val="A4A3A4"/>
          </p15:clr>
        </p15:guide>
        <p15:guide id="12" orient="horz" pos="1488">
          <p15:clr>
            <a:srgbClr val="A4A3A4"/>
          </p15:clr>
        </p15:guide>
        <p15:guide id="13" pos="240">
          <p15:clr>
            <a:srgbClr val="A4A3A4"/>
          </p15:clr>
        </p15:guide>
        <p15:guide id="14" pos="4080">
          <p15:clr>
            <a:srgbClr val="A4A3A4"/>
          </p15:clr>
        </p15:guide>
        <p15:guide id="15" pos="2208">
          <p15:clr>
            <a:srgbClr val="A4A3A4"/>
          </p15:clr>
        </p15:guide>
        <p15:guide id="16" pos="2127">
          <p15:clr>
            <a:srgbClr val="A4A3A4"/>
          </p15:clr>
        </p15:guide>
        <p15:guide id="17" pos="2770">
          <p15:clr>
            <a:srgbClr val="A4A3A4"/>
          </p15:clr>
        </p15:guide>
        <p15:guide id="18" pos="2874">
          <p15:clr>
            <a:srgbClr val="A4A3A4"/>
          </p15:clr>
        </p15:guide>
        <p15:guide id="19" pos="1560">
          <p15:clr>
            <a:srgbClr val="A4A3A4"/>
          </p15:clr>
        </p15:guide>
        <p15:guide id="20" pos="1440">
          <p15:clr>
            <a:srgbClr val="A4A3A4"/>
          </p15:clr>
        </p15:guide>
        <p15:guide id="21" pos="816">
          <p15:clr>
            <a:srgbClr val="A4A3A4"/>
          </p15:clr>
        </p15:guide>
        <p15:guide id="22" pos="883">
          <p15:clr>
            <a:srgbClr val="A4A3A4"/>
          </p15:clr>
        </p15:guide>
        <p15:guide id="23" pos="3502">
          <p15:clr>
            <a:srgbClr val="A4A3A4"/>
          </p15:clr>
        </p15:guide>
        <p15:guide id="24" pos="3437">
          <p15:clr>
            <a:srgbClr val="A4A3A4"/>
          </p15:clr>
        </p15:guide>
        <p15:guide id="25" pos="960">
          <p15:clr>
            <a:srgbClr val="A4A3A4"/>
          </p15:clr>
        </p15:guide>
        <p15:guide id="26" pos="288">
          <p15:clr>
            <a:srgbClr val="A4A3A4"/>
          </p15:clr>
        </p15:guide>
        <p15:guide id="27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9A85"/>
    <a:srgbClr val="D5FECE"/>
    <a:srgbClr val="FAFCFB"/>
    <a:srgbClr val="000066"/>
    <a:srgbClr val="BFBFBF"/>
    <a:srgbClr val="F99C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A60F7D-CB60-4631-833C-D0A9B3BBFF30}" v="1" dt="2025-11-14T09:07:29.808"/>
  </p1510:revLst>
</p1510:revInfo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22" autoAdjust="0"/>
  </p:normalViewPr>
  <p:slideViewPr>
    <p:cSldViewPr snapToObjects="1">
      <p:cViewPr varScale="1">
        <p:scale>
          <a:sx n="75" d="100"/>
          <a:sy n="75" d="100"/>
        </p:scale>
        <p:origin x="3156" y="96"/>
      </p:cViewPr>
      <p:guideLst>
        <p:guide orient="horz" pos="144"/>
        <p:guide orient="horz" pos="6000"/>
        <p:guide orient="horz" pos="624"/>
        <p:guide orient="horz" pos="960"/>
        <p:guide orient="horz" pos="5712"/>
        <p:guide orient="horz" pos="3504"/>
        <p:guide orient="horz" pos="3600"/>
        <p:guide orient="horz" pos="1632"/>
        <p:guide orient="horz" pos="1776"/>
        <p:guide orient="horz" pos="5856"/>
        <p:guide orient="horz" pos="864"/>
        <p:guide orient="horz" pos="1488"/>
        <p:guide pos="240"/>
        <p:guide pos="4080"/>
        <p:guide pos="2208"/>
        <p:guide pos="2127"/>
        <p:guide pos="2770"/>
        <p:guide pos="2874"/>
        <p:guide pos="1560"/>
        <p:guide pos="1440"/>
        <p:guide pos="816"/>
        <p:guide pos="883"/>
        <p:guide pos="3502"/>
        <p:guide pos="3437"/>
        <p:guide pos="960"/>
        <p:guide pos="288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 showGuides="1">
      <p:cViewPr varScale="1">
        <p:scale>
          <a:sx n="66" d="100"/>
          <a:sy n="66" d="100"/>
        </p:scale>
        <p:origin x="-2820" y="-114"/>
      </p:cViewPr>
      <p:guideLst>
        <p:guide orient="horz" pos="3128"/>
        <p:guide pos="2101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626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8505" y="0"/>
            <a:ext cx="2890626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5D3EF-EB63-4527-A8DF-B1FE661F2543}" type="datetimeFigureOut">
              <a:rPr lang="en-GB" smtClean="0"/>
              <a:pPr/>
              <a:t>10/06/2026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599"/>
            <a:ext cx="2890626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8505" y="9431599"/>
            <a:ext cx="2890626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6FD85-983A-4EBC-9AAB-FC05A1A67BA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4657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626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505" y="0"/>
            <a:ext cx="2890626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B9FA3-0B3D-4699-8696-1174BE157FCC}" type="datetimeFigureOut">
              <a:rPr lang="en-GB" smtClean="0"/>
              <a:pPr/>
              <a:t>10/06/2026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46288" y="744538"/>
            <a:ext cx="25781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7068" y="4716661"/>
            <a:ext cx="5336540" cy="4468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599"/>
            <a:ext cx="2890626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505" y="9431599"/>
            <a:ext cx="2890626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C06E8-48A6-4E03-8711-C45C0018F49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756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96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9814" algn="l" defTabSz="8596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9627" algn="l" defTabSz="8596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89441" algn="l" defTabSz="8596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19255" algn="l" defTabSz="8596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49069" algn="l" defTabSz="8596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78882" algn="l" defTabSz="8596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008696" algn="l" defTabSz="8596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38510" algn="l" defTabSz="8596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46288" y="744538"/>
            <a:ext cx="2578100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2C06E8-48A6-4E03-8711-C45C0018F498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7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46288" y="744538"/>
            <a:ext cx="2578100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2C06E8-48A6-4E03-8711-C45C0018F498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46288" y="744538"/>
            <a:ext cx="2578100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2C06E8-48A6-4E03-8711-C45C0018F498}" type="slidenum">
              <a:rPr lang="en-GB" smtClean="0">
                <a:solidFill>
                  <a:prstClr val="black"/>
                </a:solidFill>
              </a:rPr>
              <a:pPr/>
              <a:t>3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841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D7A0A-D7C1-143A-A5AE-6D58F574E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285E0-CA49-9B42-7841-13089AAF8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46288" y="744538"/>
            <a:ext cx="2578100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BB311-8BA1-4489-A3D4-9CD840AC8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8CE01-A720-AB80-5398-613AE7691D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2C06E8-48A6-4E03-8711-C45C0018F498}" type="slidenum">
              <a:rPr lang="en-GB" smtClean="0">
                <a:solidFill>
                  <a:prstClr val="black"/>
                </a:solidFill>
              </a:rPr>
              <a:pPr/>
              <a:t>4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53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D7A0A-D7C1-143A-A5AE-6D58F574E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285E0-CA49-9B42-7841-13089AAF8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46288" y="744538"/>
            <a:ext cx="2578100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BB311-8BA1-4489-A3D4-9CD840AC8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8CE01-A720-AB80-5398-613AE7691D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2C06E8-48A6-4E03-8711-C45C0018F498}" type="slidenum">
              <a:rPr lang="en-GB" smtClean="0">
                <a:solidFill>
                  <a:prstClr val="black"/>
                </a:solidFill>
              </a:rPr>
              <a:pPr/>
              <a:t>5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36618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6.xml"/><Relationship Id="rId2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7.xml"/><Relationship Id="rId2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8.xml"/><Relationship Id="rId2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9.xml"/><Relationship Id="rId2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: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524000" y="990600"/>
            <a:ext cx="5105400" cy="8069114"/>
            <a:chOff x="1737819" y="1070601"/>
            <a:chExt cx="5044633" cy="8114987"/>
          </a:xfrm>
        </p:grpSpPr>
        <p:sp>
          <p:nvSpPr>
            <p:cNvPr id="27" name="Rectangle 649"/>
            <p:cNvSpPr>
              <a:spLocks noChangeArrowheads="1"/>
            </p:cNvSpPr>
            <p:nvPr/>
          </p:nvSpPr>
          <p:spPr bwMode="gray">
            <a:xfrm>
              <a:off x="5169974" y="1434753"/>
              <a:ext cx="1612478" cy="7750834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5768" tIns="47884" rIns="95768" bIns="47884" numCol="1" anchor="t" anchorCtr="0" compatLnSpc="1">
              <a:prstTxWarp prst="textNoShape">
                <a:avLst/>
              </a:prstTxWarp>
            </a:bodyPr>
            <a:lstStyle/>
            <a:p>
              <a:pPr marL="0" algn="l" defTabSz="957796" rtl="0" eaLnBrk="1" latinLnBrk="0" hangingPunct="1"/>
              <a:endParaRPr lang="en-US" sz="19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648"/>
            <p:cNvSpPr>
              <a:spLocks noChangeArrowheads="1"/>
            </p:cNvSpPr>
            <p:nvPr/>
          </p:nvSpPr>
          <p:spPr bwMode="gray">
            <a:xfrm>
              <a:off x="1737820" y="1070601"/>
              <a:ext cx="4629352" cy="44078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5768" tIns="47884" rIns="95768" bIns="47884" numCol="1" anchor="t" anchorCtr="0" compatLnSpc="1">
              <a:prstTxWarp prst="textNoShape">
                <a:avLst/>
              </a:prstTxWarp>
            </a:bodyPr>
            <a:lstStyle/>
            <a:p>
              <a:pPr marL="0" algn="l" defTabSz="957796" rtl="0" eaLnBrk="1" latinLnBrk="0" hangingPunct="1"/>
              <a:endParaRPr lang="en-US" sz="19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650"/>
            <p:cNvSpPr>
              <a:spLocks noChangeArrowheads="1"/>
            </p:cNvSpPr>
            <p:nvPr/>
          </p:nvSpPr>
          <p:spPr bwMode="gray">
            <a:xfrm>
              <a:off x="1737819" y="1434751"/>
              <a:ext cx="4629353" cy="7750837"/>
            </a:xfrm>
            <a:prstGeom prst="rect">
              <a:avLst/>
            </a:prstGeom>
            <a:solidFill>
              <a:schemeClr val="tx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5768" tIns="47884" rIns="95768" bIns="47884" numCol="1" anchor="t" anchorCtr="0" compatLnSpc="1">
              <a:prstTxWarp prst="textNoShape">
                <a:avLst/>
              </a:prstTxWarp>
            </a:bodyPr>
            <a:lstStyle/>
            <a:p>
              <a:pPr marL="0" algn="l" defTabSz="957796" rtl="0" eaLnBrk="1" latinLnBrk="0" hangingPunct="1"/>
              <a:endParaRPr lang="en-US" sz="19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676400" y="1513541"/>
            <a:ext cx="4052455" cy="84865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the report’s main title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676401" y="2568387"/>
            <a:ext cx="4052454" cy="1165413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900">
                <a:solidFill>
                  <a:schemeClr val="bg1"/>
                </a:solidFill>
                <a:latin typeface="+mj-lt"/>
              </a:defRPr>
            </a:lvl2pPr>
            <a:lvl3pPr marL="478842" indent="0" algn="l">
              <a:buNone/>
              <a:defRPr sz="1900">
                <a:solidFill>
                  <a:schemeClr val="bg1"/>
                </a:solidFill>
                <a:latin typeface="+mj-lt"/>
              </a:defRPr>
            </a:lvl3pPr>
            <a:lvl4pPr marL="957685" indent="0" algn="l">
              <a:buNone/>
              <a:defRPr sz="1900">
                <a:solidFill>
                  <a:schemeClr val="bg1"/>
                </a:solidFill>
                <a:latin typeface="+mj-lt"/>
              </a:defRPr>
            </a:lvl4pPr>
            <a:lvl5pPr marL="1436527" indent="0" algn="l">
              <a:buNone/>
              <a:defRPr sz="1900">
                <a:solidFill>
                  <a:schemeClr val="bg1"/>
                </a:solidFill>
                <a:latin typeface="+mj-lt"/>
              </a:defRPr>
            </a:lvl5pPr>
            <a:lvl6pPr marL="1915370" indent="0" algn="l">
              <a:buNone/>
              <a:defRPr sz="1900">
                <a:solidFill>
                  <a:schemeClr val="bg1"/>
                </a:solidFill>
                <a:latin typeface="+mj-lt"/>
              </a:defRPr>
            </a:lvl6pPr>
            <a:lvl7pPr marL="2394213" indent="0" algn="l">
              <a:buNone/>
              <a:defRPr sz="1900">
                <a:solidFill>
                  <a:schemeClr val="bg1"/>
                </a:solidFill>
                <a:latin typeface="+mj-lt"/>
              </a:defRPr>
            </a:lvl7pPr>
            <a:lvl8pPr marL="2873055" indent="0" algn="l">
              <a:buNone/>
              <a:defRPr sz="1900">
                <a:solidFill>
                  <a:schemeClr val="bg1"/>
                </a:solidFill>
                <a:latin typeface="+mj-lt"/>
              </a:defRPr>
            </a:lvl8pPr>
            <a:lvl9pPr marL="3351897" indent="0" algn="l">
              <a:buNone/>
              <a:defRPr sz="19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19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676400" y="228600"/>
            <a:ext cx="3117273" cy="19423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/>
              <a:t>www.pwc.com/my</a:t>
            </a:r>
          </a:p>
        </p:txBody>
      </p:sp>
      <p:grpSp>
        <p:nvGrpSpPr>
          <p:cNvPr id="23" name="Group 59"/>
          <p:cNvGrpSpPr>
            <a:grpSpLocks/>
          </p:cNvGrpSpPr>
          <p:nvPr userDrawn="1"/>
        </p:nvGrpSpPr>
        <p:grpSpPr bwMode="auto">
          <a:xfrm>
            <a:off x="704850" y="9059715"/>
            <a:ext cx="930100" cy="549707"/>
            <a:chOff x="1051560" y="6768750"/>
            <a:chExt cx="1005840" cy="609595"/>
          </a:xfrm>
        </p:grpSpPr>
        <p:sp>
          <p:nvSpPr>
            <p:cNvPr id="24" name="Rectangle 37"/>
            <p:cNvSpPr>
              <a:spLocks noChangeArrowheads="1"/>
            </p:cNvSpPr>
            <p:nvPr/>
          </p:nvSpPr>
          <p:spPr bwMode="black">
            <a:xfrm>
              <a:off x="1667653" y="6768750"/>
              <a:ext cx="256032" cy="70893"/>
            </a:xfrm>
            <a:prstGeom prst="rect">
              <a:avLst/>
            </a:prstGeom>
            <a:solidFill>
              <a:schemeClr val="accent1"/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7"/>
            <p:cNvSpPr>
              <a:spLocks noEditPoints="1"/>
            </p:cNvSpPr>
            <p:nvPr/>
          </p:nvSpPr>
          <p:spPr bwMode="black">
            <a:xfrm>
              <a:off x="1051560" y="6987736"/>
              <a:ext cx="1005840" cy="390609"/>
            </a:xfrm>
            <a:custGeom>
              <a:avLst/>
              <a:gdLst>
                <a:gd name="T0" fmla="*/ 2147483647 w 4127"/>
                <a:gd name="T1" fmla="*/ 2147483647 h 1544"/>
                <a:gd name="T2" fmla="*/ 2147483647 w 4127"/>
                <a:gd name="T3" fmla="*/ 2147483647 h 1544"/>
                <a:gd name="T4" fmla="*/ 2147483647 w 4127"/>
                <a:gd name="T5" fmla="*/ 2147483647 h 1544"/>
                <a:gd name="T6" fmla="*/ 2147483647 w 4127"/>
                <a:gd name="T7" fmla="*/ 2147483647 h 1544"/>
                <a:gd name="T8" fmla="*/ 2147483647 w 4127"/>
                <a:gd name="T9" fmla="*/ 2147483647 h 1544"/>
                <a:gd name="T10" fmla="*/ 2147483647 w 4127"/>
                <a:gd name="T11" fmla="*/ 2147483647 h 1544"/>
                <a:gd name="T12" fmla="*/ 2147483647 w 4127"/>
                <a:gd name="T13" fmla="*/ 2147483647 h 1544"/>
                <a:gd name="T14" fmla="*/ 2147483647 w 4127"/>
                <a:gd name="T15" fmla="*/ 2147483647 h 1544"/>
                <a:gd name="T16" fmla="*/ 2147483647 w 4127"/>
                <a:gd name="T17" fmla="*/ 2147483647 h 1544"/>
                <a:gd name="T18" fmla="*/ 2147483647 w 4127"/>
                <a:gd name="T19" fmla="*/ 2147483647 h 1544"/>
                <a:gd name="T20" fmla="*/ 2147483647 w 4127"/>
                <a:gd name="T21" fmla="*/ 2147483647 h 1544"/>
                <a:gd name="T22" fmla="*/ 2147483647 w 4127"/>
                <a:gd name="T23" fmla="*/ 2147483647 h 1544"/>
                <a:gd name="T24" fmla="*/ 2147483647 w 4127"/>
                <a:gd name="T25" fmla="*/ 2147483647 h 1544"/>
                <a:gd name="T26" fmla="*/ 2147483647 w 4127"/>
                <a:gd name="T27" fmla="*/ 2147483647 h 1544"/>
                <a:gd name="T28" fmla="*/ 2147483647 w 4127"/>
                <a:gd name="T29" fmla="*/ 2147483647 h 1544"/>
                <a:gd name="T30" fmla="*/ 2147483647 w 4127"/>
                <a:gd name="T31" fmla="*/ 2147483647 h 1544"/>
                <a:gd name="T32" fmla="*/ 2147483647 w 4127"/>
                <a:gd name="T33" fmla="*/ 2147483647 h 1544"/>
                <a:gd name="T34" fmla="*/ 2147483647 w 4127"/>
                <a:gd name="T35" fmla="*/ 2147483647 h 1544"/>
                <a:gd name="T36" fmla="*/ 2147483647 w 4127"/>
                <a:gd name="T37" fmla="*/ 2147483647 h 1544"/>
                <a:gd name="T38" fmla="*/ 2147483647 w 4127"/>
                <a:gd name="T39" fmla="*/ 2147483647 h 1544"/>
                <a:gd name="T40" fmla="*/ 2147483647 w 4127"/>
                <a:gd name="T41" fmla="*/ 2147483647 h 1544"/>
                <a:gd name="T42" fmla="*/ 2147483647 w 4127"/>
                <a:gd name="T43" fmla="*/ 2147483647 h 1544"/>
                <a:gd name="T44" fmla="*/ 2147483647 w 4127"/>
                <a:gd name="T45" fmla="*/ 2147483647 h 1544"/>
                <a:gd name="T46" fmla="*/ 2147483647 w 4127"/>
                <a:gd name="T47" fmla="*/ 2147483647 h 1544"/>
                <a:gd name="T48" fmla="*/ 2147483647 w 4127"/>
                <a:gd name="T49" fmla="*/ 2147483647 h 1544"/>
                <a:gd name="T50" fmla="*/ 2147483647 w 4127"/>
                <a:gd name="T51" fmla="*/ 2147483647 h 1544"/>
                <a:gd name="T52" fmla="*/ 2147483647 w 4127"/>
                <a:gd name="T53" fmla="*/ 2147483647 h 1544"/>
                <a:gd name="T54" fmla="*/ 2147483647 w 4127"/>
                <a:gd name="T55" fmla="*/ 2147483647 h 1544"/>
                <a:gd name="T56" fmla="*/ 2147483647 w 4127"/>
                <a:gd name="T57" fmla="*/ 2147483647 h 1544"/>
                <a:gd name="T58" fmla="*/ 2147483647 w 4127"/>
                <a:gd name="T59" fmla="*/ 2147483647 h 1544"/>
                <a:gd name="T60" fmla="*/ 2147483647 w 4127"/>
                <a:gd name="T61" fmla="*/ 2147483647 h 1544"/>
                <a:gd name="T62" fmla="*/ 2147483647 w 4127"/>
                <a:gd name="T63" fmla="*/ 2147483647 h 1544"/>
                <a:gd name="T64" fmla="*/ 2147483647 w 4127"/>
                <a:gd name="T65" fmla="*/ 2147483647 h 1544"/>
                <a:gd name="T66" fmla="*/ 2147483647 w 4127"/>
                <a:gd name="T67" fmla="*/ 2147483647 h 1544"/>
                <a:gd name="T68" fmla="*/ 2147483647 w 4127"/>
                <a:gd name="T69" fmla="*/ 2147483647 h 1544"/>
                <a:gd name="T70" fmla="*/ 2147483647 w 4127"/>
                <a:gd name="T71" fmla="*/ 2147483647 h 1544"/>
                <a:gd name="T72" fmla="*/ 2147483647 w 4127"/>
                <a:gd name="T73" fmla="*/ 2147483647 h 1544"/>
                <a:gd name="T74" fmla="*/ 2147483647 w 4127"/>
                <a:gd name="T75" fmla="*/ 2147483647 h 1544"/>
                <a:gd name="T76" fmla="*/ 2147483647 w 4127"/>
                <a:gd name="T77" fmla="*/ 2147483647 h 1544"/>
                <a:gd name="T78" fmla="*/ 2147483647 w 4127"/>
                <a:gd name="T79" fmla="*/ 2147483647 h 1544"/>
                <a:gd name="T80" fmla="*/ 2147483647 w 4127"/>
                <a:gd name="T81" fmla="*/ 2147483647 h 1544"/>
                <a:gd name="T82" fmla="*/ 2147483647 w 4127"/>
                <a:gd name="T83" fmla="*/ 2147483647 h 1544"/>
                <a:gd name="T84" fmla="*/ 2147483647 w 4127"/>
                <a:gd name="T85" fmla="*/ 2147483647 h 1544"/>
                <a:gd name="T86" fmla="*/ 2147483647 w 4127"/>
                <a:gd name="T87" fmla="*/ 2147483647 h 1544"/>
                <a:gd name="T88" fmla="*/ 2147483647 w 4127"/>
                <a:gd name="T89" fmla="*/ 2147483647 h 1544"/>
                <a:gd name="T90" fmla="*/ 2147483647 w 4127"/>
                <a:gd name="T91" fmla="*/ 2147483647 h 1544"/>
                <a:gd name="T92" fmla="*/ 2147483647 w 4127"/>
                <a:gd name="T93" fmla="*/ 2147483647 h 1544"/>
                <a:gd name="T94" fmla="*/ 2147483647 w 4127"/>
                <a:gd name="T95" fmla="*/ 2147483647 h 1544"/>
                <a:gd name="T96" fmla="*/ 2147483647 w 4127"/>
                <a:gd name="T97" fmla="*/ 0 h 1544"/>
                <a:gd name="T98" fmla="*/ 2147483647 w 4127"/>
                <a:gd name="T99" fmla="*/ 2147483647 h 1544"/>
                <a:gd name="T100" fmla="*/ 2147483647 w 4127"/>
                <a:gd name="T101" fmla="*/ 2147483647 h 1544"/>
                <a:gd name="T102" fmla="*/ 2147483647 w 4127"/>
                <a:gd name="T103" fmla="*/ 2147483647 h 1544"/>
                <a:gd name="T104" fmla="*/ 2147483647 w 4127"/>
                <a:gd name="T105" fmla="*/ 2147483647 h 1544"/>
                <a:gd name="T106" fmla="*/ 2147483647 w 4127"/>
                <a:gd name="T107" fmla="*/ 2147483647 h 1544"/>
                <a:gd name="T108" fmla="*/ 2147483647 w 4127"/>
                <a:gd name="T109" fmla="*/ 2147483647 h 1544"/>
                <a:gd name="T110" fmla="*/ 2147483647 w 4127"/>
                <a:gd name="T111" fmla="*/ 2147483647 h 1544"/>
                <a:gd name="T112" fmla="*/ 2147483647 w 4127"/>
                <a:gd name="T113" fmla="*/ 2147483647 h 1544"/>
                <a:gd name="T114" fmla="*/ 2147483647 w 4127"/>
                <a:gd name="T115" fmla="*/ 2147483647 h 1544"/>
                <a:gd name="T116" fmla="*/ 2147483647 w 4127"/>
                <a:gd name="T117" fmla="*/ 2147483647 h 154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4127"/>
                <a:gd name="T178" fmla="*/ 0 h 1544"/>
                <a:gd name="T179" fmla="*/ 4127 w 4127"/>
                <a:gd name="T180" fmla="*/ 1544 h 1544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 userDrawn="1"/>
        </p:nvGrpSpPr>
        <p:grpSpPr>
          <a:xfrm>
            <a:off x="366817" y="4343400"/>
            <a:ext cx="1080000" cy="144000"/>
            <a:chOff x="489087" y="2521685"/>
            <a:chExt cx="1209752" cy="151219"/>
          </a:xfrm>
        </p:grpSpPr>
        <p:cxnSp>
          <p:nvCxnSpPr>
            <p:cNvPr id="32" name="Straight Connector 31"/>
            <p:cNvCxnSpPr/>
            <p:nvPr userDrawn="1"/>
          </p:nvCxnSpPr>
          <p:spPr>
            <a:xfrm rot="10800000">
              <a:off x="489087" y="2521686"/>
              <a:ext cx="1209752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 rot="5400000">
              <a:off x="413478" y="2597295"/>
              <a:ext cx="151219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 Placeholder 34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419600"/>
            <a:ext cx="914400" cy="860425"/>
          </a:xfrm>
        </p:spPr>
        <p:txBody>
          <a:bodyPr/>
          <a:lstStyle>
            <a:lvl1pPr>
              <a:defRPr i="1"/>
            </a:lvl1pPr>
          </a:lstStyle>
          <a:p>
            <a:pPr lvl="0"/>
            <a:r>
              <a:rPr lang="en-US" dirty="0"/>
              <a:t>[Client]</a:t>
            </a:r>
          </a:p>
          <a:p>
            <a:pPr lvl="0"/>
            <a:r>
              <a:rPr lang="en-US" dirty="0"/>
              <a:t>[Month/year]</a:t>
            </a:r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Fixe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3"/>
          <p:cNvGrpSpPr/>
          <p:nvPr/>
        </p:nvGrpSpPr>
        <p:grpSpPr>
          <a:xfrm>
            <a:off x="1302112" y="7994000"/>
            <a:ext cx="363682" cy="647451"/>
            <a:chOff x="1905000" y="5715000"/>
            <a:chExt cx="445770" cy="381000"/>
          </a:xfrm>
        </p:grpSpPr>
        <p:sp>
          <p:nvSpPr>
            <p:cNvPr id="2073" name="Rectangle 25"/>
            <p:cNvSpPr>
              <a:spLocks noChangeArrowheads="1"/>
            </p:cNvSpPr>
            <p:nvPr userDrawn="1"/>
          </p:nvSpPr>
          <p:spPr bwMode="gray">
            <a:xfrm>
              <a:off x="2293620" y="5988118"/>
              <a:ext cx="57150" cy="107882"/>
            </a:xfrm>
            <a:prstGeom prst="rect">
              <a:avLst/>
            </a:prstGeom>
            <a:solidFill>
              <a:srgbClr val="F445F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2074" name="Rectangle 26"/>
            <p:cNvSpPr>
              <a:spLocks noChangeArrowheads="1"/>
            </p:cNvSpPr>
            <p:nvPr userDrawn="1"/>
          </p:nvSpPr>
          <p:spPr bwMode="gray">
            <a:xfrm>
              <a:off x="2132171" y="5757333"/>
              <a:ext cx="44291" cy="66914"/>
            </a:xfrm>
            <a:prstGeom prst="rect">
              <a:avLst/>
            </a:prstGeom>
            <a:solidFill>
              <a:srgbClr val="F6B67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2075" name="Rectangle 27"/>
            <p:cNvSpPr>
              <a:spLocks noChangeArrowheads="1"/>
            </p:cNvSpPr>
            <p:nvPr userDrawn="1"/>
          </p:nvSpPr>
          <p:spPr bwMode="gray">
            <a:xfrm>
              <a:off x="1905000" y="5715000"/>
              <a:ext cx="227171" cy="42333"/>
            </a:xfrm>
            <a:prstGeom prst="rect">
              <a:avLst/>
            </a:prstGeom>
            <a:solidFill>
              <a:srgbClr val="F48F1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2076" name="Rectangle 28"/>
            <p:cNvSpPr>
              <a:spLocks noChangeArrowheads="1"/>
            </p:cNvSpPr>
            <p:nvPr userDrawn="1"/>
          </p:nvSpPr>
          <p:spPr bwMode="gray">
            <a:xfrm>
              <a:off x="1905000" y="5757333"/>
              <a:ext cx="227171" cy="66914"/>
            </a:xfrm>
            <a:prstGeom prst="rect">
              <a:avLst/>
            </a:prstGeom>
            <a:solidFill>
              <a:srgbClr val="EB660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2077" name="Rectangle 29"/>
            <p:cNvSpPr>
              <a:spLocks noChangeArrowheads="1"/>
            </p:cNvSpPr>
            <p:nvPr userDrawn="1"/>
          </p:nvSpPr>
          <p:spPr bwMode="gray">
            <a:xfrm>
              <a:off x="2176462" y="5824247"/>
              <a:ext cx="117158" cy="163871"/>
            </a:xfrm>
            <a:prstGeom prst="rect">
              <a:avLst/>
            </a:prstGeom>
            <a:solidFill>
              <a:srgbClr val="F3BF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2078" name="Rectangle 30"/>
            <p:cNvSpPr>
              <a:spLocks noChangeArrowheads="1"/>
            </p:cNvSpPr>
            <p:nvPr userDrawn="1"/>
          </p:nvSpPr>
          <p:spPr bwMode="gray">
            <a:xfrm>
              <a:off x="2176462" y="5988118"/>
              <a:ext cx="117158" cy="107882"/>
            </a:xfrm>
            <a:prstGeom prst="rect">
              <a:avLst/>
            </a:prstGeom>
            <a:solidFill>
              <a:srgbClr val="E934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2079" name="Rectangle 31"/>
            <p:cNvSpPr>
              <a:spLocks noChangeArrowheads="1"/>
            </p:cNvSpPr>
            <p:nvPr userDrawn="1"/>
          </p:nvSpPr>
          <p:spPr bwMode="gray">
            <a:xfrm>
              <a:off x="2132171" y="5824247"/>
              <a:ext cx="44291" cy="163871"/>
            </a:xfrm>
            <a:prstGeom prst="rect">
              <a:avLst/>
            </a:prstGeom>
            <a:solidFill>
              <a:srgbClr val="EA88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2080" name="Rectangle 32"/>
            <p:cNvSpPr>
              <a:spLocks noChangeArrowheads="1"/>
            </p:cNvSpPr>
            <p:nvPr userDrawn="1"/>
          </p:nvSpPr>
          <p:spPr bwMode="gray">
            <a:xfrm>
              <a:off x="2132171" y="5988118"/>
              <a:ext cx="44291" cy="107882"/>
            </a:xfrm>
            <a:prstGeom prst="rect">
              <a:avLst/>
            </a:prstGeom>
            <a:solidFill>
              <a:srgbClr val="E025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2081" name="Freeform 33"/>
            <p:cNvSpPr>
              <a:spLocks/>
            </p:cNvSpPr>
            <p:nvPr userDrawn="1"/>
          </p:nvSpPr>
          <p:spPr bwMode="gray">
            <a:xfrm>
              <a:off x="1905000" y="5824247"/>
              <a:ext cx="227171" cy="1638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9" y="0"/>
                </a:cxn>
                <a:cxn ang="0">
                  <a:pos x="159" y="120"/>
                </a:cxn>
                <a:cxn ang="0">
                  <a:pos x="99" y="120"/>
                </a:cxn>
                <a:cxn ang="0">
                  <a:pos x="99" y="80"/>
                </a:cxn>
                <a:cxn ang="0">
                  <a:pos x="0" y="80"/>
                </a:cxn>
                <a:cxn ang="0">
                  <a:pos x="0" y="0"/>
                </a:cxn>
              </a:cxnLst>
              <a:rect l="0" t="0" r="r" b="b"/>
              <a:pathLst>
                <a:path w="159" h="120">
                  <a:moveTo>
                    <a:pt x="0" y="0"/>
                  </a:moveTo>
                  <a:lnTo>
                    <a:pt x="159" y="0"/>
                  </a:lnTo>
                  <a:lnTo>
                    <a:pt x="159" y="120"/>
                  </a:lnTo>
                  <a:lnTo>
                    <a:pt x="99" y="120"/>
                  </a:lnTo>
                  <a:lnTo>
                    <a:pt x="99" y="80"/>
                  </a:ln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4C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2082" name="Rectangle 34"/>
            <p:cNvSpPr>
              <a:spLocks noChangeArrowheads="1"/>
            </p:cNvSpPr>
            <p:nvPr userDrawn="1"/>
          </p:nvSpPr>
          <p:spPr bwMode="gray">
            <a:xfrm>
              <a:off x="2046446" y="5988118"/>
              <a:ext cx="85725" cy="107882"/>
            </a:xfrm>
            <a:prstGeom prst="rect">
              <a:avLst/>
            </a:prstGeom>
            <a:solidFill>
              <a:srgbClr val="D614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2083" name="Rectangle 35"/>
            <p:cNvSpPr>
              <a:spLocks noChangeArrowheads="1"/>
            </p:cNvSpPr>
            <p:nvPr userDrawn="1"/>
          </p:nvSpPr>
          <p:spPr bwMode="gray">
            <a:xfrm>
              <a:off x="1905000" y="5933495"/>
              <a:ext cx="141446" cy="54624"/>
            </a:xfrm>
            <a:prstGeom prst="rect">
              <a:avLst/>
            </a:prstGeom>
            <a:solidFill>
              <a:srgbClr val="C93C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2084" name="Rectangle 36"/>
            <p:cNvSpPr>
              <a:spLocks noChangeArrowheads="1"/>
            </p:cNvSpPr>
            <p:nvPr userDrawn="1"/>
          </p:nvSpPr>
          <p:spPr bwMode="gray">
            <a:xfrm>
              <a:off x="1905000" y="5988118"/>
              <a:ext cx="141446" cy="107882"/>
            </a:xfrm>
            <a:prstGeom prst="rect">
              <a:avLst/>
            </a:prstGeom>
            <a:solidFill>
              <a:srgbClr val="C01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gray">
            <a:xfrm>
              <a:off x="2293620" y="5988118"/>
              <a:ext cx="57150" cy="107882"/>
            </a:xfrm>
            <a:prstGeom prst="rect">
              <a:avLst/>
            </a:prstGeom>
            <a:solidFill>
              <a:srgbClr val="F445F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gray">
            <a:xfrm>
              <a:off x="2132171" y="5757333"/>
              <a:ext cx="44291" cy="66914"/>
            </a:xfrm>
            <a:prstGeom prst="rect">
              <a:avLst/>
            </a:prstGeom>
            <a:solidFill>
              <a:srgbClr val="F6B67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32" name="Rectangle 27"/>
            <p:cNvSpPr>
              <a:spLocks noChangeArrowheads="1"/>
            </p:cNvSpPr>
            <p:nvPr/>
          </p:nvSpPr>
          <p:spPr bwMode="gray">
            <a:xfrm>
              <a:off x="1905000" y="5715000"/>
              <a:ext cx="227171" cy="42333"/>
            </a:xfrm>
            <a:prstGeom prst="rect">
              <a:avLst/>
            </a:prstGeom>
            <a:solidFill>
              <a:srgbClr val="F48F1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33" name="Rectangle 28"/>
            <p:cNvSpPr>
              <a:spLocks noChangeArrowheads="1"/>
            </p:cNvSpPr>
            <p:nvPr/>
          </p:nvSpPr>
          <p:spPr bwMode="gray">
            <a:xfrm>
              <a:off x="1905000" y="5757333"/>
              <a:ext cx="227171" cy="66914"/>
            </a:xfrm>
            <a:prstGeom prst="rect">
              <a:avLst/>
            </a:prstGeom>
            <a:solidFill>
              <a:srgbClr val="EB660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34" name="Rectangle 29"/>
            <p:cNvSpPr>
              <a:spLocks noChangeArrowheads="1"/>
            </p:cNvSpPr>
            <p:nvPr/>
          </p:nvSpPr>
          <p:spPr bwMode="gray">
            <a:xfrm>
              <a:off x="2176462" y="5824247"/>
              <a:ext cx="117158" cy="163871"/>
            </a:xfrm>
            <a:prstGeom prst="rect">
              <a:avLst/>
            </a:prstGeom>
            <a:solidFill>
              <a:srgbClr val="F3BF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35" name="Rectangle 30"/>
            <p:cNvSpPr>
              <a:spLocks noChangeArrowheads="1"/>
            </p:cNvSpPr>
            <p:nvPr/>
          </p:nvSpPr>
          <p:spPr bwMode="gray">
            <a:xfrm>
              <a:off x="2176462" y="5988118"/>
              <a:ext cx="117158" cy="107882"/>
            </a:xfrm>
            <a:prstGeom prst="rect">
              <a:avLst/>
            </a:prstGeom>
            <a:solidFill>
              <a:srgbClr val="E934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36" name="Rectangle 31"/>
            <p:cNvSpPr>
              <a:spLocks noChangeArrowheads="1"/>
            </p:cNvSpPr>
            <p:nvPr/>
          </p:nvSpPr>
          <p:spPr bwMode="gray">
            <a:xfrm>
              <a:off x="2132171" y="5824247"/>
              <a:ext cx="44291" cy="163871"/>
            </a:xfrm>
            <a:prstGeom prst="rect">
              <a:avLst/>
            </a:prstGeom>
            <a:solidFill>
              <a:srgbClr val="EA88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38" name="Rectangle 32"/>
            <p:cNvSpPr>
              <a:spLocks noChangeArrowheads="1"/>
            </p:cNvSpPr>
            <p:nvPr/>
          </p:nvSpPr>
          <p:spPr bwMode="gray">
            <a:xfrm>
              <a:off x="2132171" y="5988118"/>
              <a:ext cx="44291" cy="107882"/>
            </a:xfrm>
            <a:prstGeom prst="rect">
              <a:avLst/>
            </a:prstGeom>
            <a:solidFill>
              <a:srgbClr val="E025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39" name="Freeform 33"/>
            <p:cNvSpPr>
              <a:spLocks/>
            </p:cNvSpPr>
            <p:nvPr/>
          </p:nvSpPr>
          <p:spPr bwMode="gray">
            <a:xfrm>
              <a:off x="1905000" y="5824247"/>
              <a:ext cx="227171" cy="1638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9" y="0"/>
                </a:cxn>
                <a:cxn ang="0">
                  <a:pos x="159" y="120"/>
                </a:cxn>
                <a:cxn ang="0">
                  <a:pos x="99" y="120"/>
                </a:cxn>
                <a:cxn ang="0">
                  <a:pos x="99" y="80"/>
                </a:cxn>
                <a:cxn ang="0">
                  <a:pos x="0" y="80"/>
                </a:cxn>
                <a:cxn ang="0">
                  <a:pos x="0" y="0"/>
                </a:cxn>
              </a:cxnLst>
              <a:rect l="0" t="0" r="r" b="b"/>
              <a:pathLst>
                <a:path w="159" h="120">
                  <a:moveTo>
                    <a:pt x="0" y="0"/>
                  </a:moveTo>
                  <a:lnTo>
                    <a:pt x="159" y="0"/>
                  </a:lnTo>
                  <a:lnTo>
                    <a:pt x="159" y="120"/>
                  </a:lnTo>
                  <a:lnTo>
                    <a:pt x="99" y="120"/>
                  </a:lnTo>
                  <a:lnTo>
                    <a:pt x="99" y="80"/>
                  </a:ln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4C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40" name="Rectangle 34"/>
            <p:cNvSpPr>
              <a:spLocks noChangeArrowheads="1"/>
            </p:cNvSpPr>
            <p:nvPr/>
          </p:nvSpPr>
          <p:spPr bwMode="gray">
            <a:xfrm>
              <a:off x="2046446" y="5988118"/>
              <a:ext cx="85725" cy="107882"/>
            </a:xfrm>
            <a:prstGeom prst="rect">
              <a:avLst/>
            </a:prstGeom>
            <a:solidFill>
              <a:srgbClr val="D614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gray">
            <a:xfrm>
              <a:off x="1905000" y="5933495"/>
              <a:ext cx="141446" cy="54624"/>
            </a:xfrm>
            <a:prstGeom prst="rect">
              <a:avLst/>
            </a:prstGeom>
            <a:solidFill>
              <a:srgbClr val="C93C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42" name="Rectangle 36"/>
            <p:cNvSpPr>
              <a:spLocks noChangeArrowheads="1"/>
            </p:cNvSpPr>
            <p:nvPr/>
          </p:nvSpPr>
          <p:spPr bwMode="gray">
            <a:xfrm>
              <a:off x="1905000" y="5988118"/>
              <a:ext cx="141446" cy="107882"/>
            </a:xfrm>
            <a:prstGeom prst="rect">
              <a:avLst/>
            </a:prstGeom>
            <a:solidFill>
              <a:srgbClr val="C01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</p:grpSp>
      <p:cxnSp>
        <p:nvCxnSpPr>
          <p:cNvPr id="141" name="Shape 140"/>
          <p:cNvCxnSpPr/>
          <p:nvPr/>
        </p:nvCxnSpPr>
        <p:spPr>
          <a:xfrm rot="5400000" flipH="1" flipV="1">
            <a:off x="3781161" y="-1116164"/>
            <a:ext cx="220132" cy="5193377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1402773" y="1456764"/>
            <a:ext cx="4052455" cy="1165413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 b="1" i="1"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to add the report’s main title</a:t>
            </a:r>
          </a:p>
        </p:txBody>
      </p:sp>
      <p:sp>
        <p:nvSpPr>
          <p:cNvPr id="4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402774" y="2816411"/>
            <a:ext cx="4052454" cy="1165413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aseline="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900">
                <a:solidFill>
                  <a:schemeClr val="bg1"/>
                </a:solidFill>
                <a:latin typeface="+mj-lt"/>
              </a:defRPr>
            </a:lvl2pPr>
            <a:lvl3pPr marL="478842" indent="0" algn="l">
              <a:buNone/>
              <a:defRPr sz="1900">
                <a:solidFill>
                  <a:schemeClr val="bg1"/>
                </a:solidFill>
                <a:latin typeface="+mj-lt"/>
              </a:defRPr>
            </a:lvl3pPr>
            <a:lvl4pPr marL="957685" indent="0" algn="l">
              <a:buNone/>
              <a:defRPr sz="1900">
                <a:solidFill>
                  <a:schemeClr val="bg1"/>
                </a:solidFill>
                <a:latin typeface="+mj-lt"/>
              </a:defRPr>
            </a:lvl4pPr>
            <a:lvl5pPr marL="1436527" indent="0" algn="l">
              <a:buNone/>
              <a:defRPr sz="1900">
                <a:solidFill>
                  <a:schemeClr val="bg1"/>
                </a:solidFill>
                <a:latin typeface="+mj-lt"/>
              </a:defRPr>
            </a:lvl5pPr>
            <a:lvl6pPr marL="1915370" indent="0" algn="l">
              <a:buNone/>
              <a:defRPr sz="1900">
                <a:solidFill>
                  <a:schemeClr val="bg1"/>
                </a:solidFill>
                <a:latin typeface="+mj-lt"/>
              </a:defRPr>
            </a:lvl6pPr>
            <a:lvl7pPr marL="2394213" indent="0" algn="l">
              <a:buNone/>
              <a:defRPr sz="1900">
                <a:solidFill>
                  <a:schemeClr val="bg1"/>
                </a:solidFill>
                <a:latin typeface="+mj-lt"/>
              </a:defRPr>
            </a:lvl7pPr>
            <a:lvl8pPr marL="2873055" indent="0" algn="l">
              <a:buNone/>
              <a:defRPr sz="1900">
                <a:solidFill>
                  <a:schemeClr val="bg1"/>
                </a:solidFill>
                <a:latin typeface="+mj-lt"/>
              </a:defRPr>
            </a:lvl8pPr>
            <a:lvl9pPr marL="3351897" indent="0" algn="l">
              <a:buNone/>
              <a:defRPr sz="19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45" name="Text Placeholder 31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1402773" y="679824"/>
            <a:ext cx="3117273" cy="19423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 err="1"/>
              <a:t>www.pwc.com</a:t>
            </a:r>
            <a:endParaRPr lang="en-GB" noProof="0" dirty="0"/>
          </a:p>
        </p:txBody>
      </p:sp>
      <p:grpSp>
        <p:nvGrpSpPr>
          <p:cNvPr id="3" name="Group 45"/>
          <p:cNvGrpSpPr/>
          <p:nvPr/>
        </p:nvGrpSpPr>
        <p:grpSpPr>
          <a:xfrm>
            <a:off x="716973" y="8643471"/>
            <a:ext cx="685800" cy="776941"/>
            <a:chOff x="1051560" y="6781800"/>
            <a:chExt cx="1005840" cy="609600"/>
          </a:xfrm>
        </p:grpSpPr>
        <p:sp>
          <p:nvSpPr>
            <p:cNvPr id="48" name="Rectangle 37"/>
            <p:cNvSpPr>
              <a:spLocks noChangeArrowheads="1"/>
            </p:cNvSpPr>
            <p:nvPr userDrawn="1"/>
          </p:nvSpPr>
          <p:spPr bwMode="black">
            <a:xfrm>
              <a:off x="1648968" y="6781800"/>
              <a:ext cx="256032" cy="54864"/>
            </a:xfrm>
            <a:prstGeom prst="rect">
              <a:avLst/>
            </a:prstGeom>
            <a:solidFill>
              <a:srgbClr val="A10000"/>
            </a:solidFill>
            <a:ln w="0">
              <a:solidFill>
                <a:srgbClr val="A1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49" name="Freeform 7"/>
            <p:cNvSpPr>
              <a:spLocks noEditPoints="1"/>
            </p:cNvSpPr>
            <p:nvPr userDrawn="1"/>
          </p:nvSpPr>
          <p:spPr bwMode="black">
            <a:xfrm>
              <a:off x="1051560" y="7000790"/>
              <a:ext cx="1005840" cy="39061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: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4"/>
          <p:cNvGrpSpPr/>
          <p:nvPr/>
        </p:nvGrpSpPr>
        <p:grpSpPr>
          <a:xfrm>
            <a:off x="1298864" y="0"/>
            <a:ext cx="5559137" cy="8643471"/>
            <a:chOff x="1905000" y="0"/>
            <a:chExt cx="8153400" cy="6781800"/>
          </a:xfrm>
        </p:grpSpPr>
        <p:sp>
          <p:nvSpPr>
            <p:cNvPr id="86" name="Rectangle 159"/>
            <p:cNvSpPr>
              <a:spLocks noChangeArrowheads="1"/>
            </p:cNvSpPr>
            <p:nvPr userDrawn="1"/>
          </p:nvSpPr>
          <p:spPr bwMode="gray">
            <a:xfrm>
              <a:off x="8915400" y="3200400"/>
              <a:ext cx="609600" cy="358140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87" name="Rectangle 153"/>
            <p:cNvSpPr>
              <a:spLocks noChangeArrowheads="1"/>
            </p:cNvSpPr>
            <p:nvPr/>
          </p:nvSpPr>
          <p:spPr bwMode="gray">
            <a:xfrm>
              <a:off x="9525000" y="3200400"/>
              <a:ext cx="533400" cy="3581400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88" name="Rectangle 156"/>
            <p:cNvSpPr>
              <a:spLocks noChangeArrowheads="1"/>
            </p:cNvSpPr>
            <p:nvPr/>
          </p:nvSpPr>
          <p:spPr bwMode="gray">
            <a:xfrm>
              <a:off x="1905000" y="0"/>
              <a:ext cx="6248400" cy="990600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89" name="Rectangle 160"/>
            <p:cNvSpPr>
              <a:spLocks noChangeArrowheads="1"/>
            </p:cNvSpPr>
            <p:nvPr userDrawn="1"/>
          </p:nvSpPr>
          <p:spPr bwMode="gray">
            <a:xfrm>
              <a:off x="8127647" y="3200400"/>
              <a:ext cx="787753" cy="3581400"/>
            </a:xfrm>
            <a:prstGeom prst="rect">
              <a:avLst/>
            </a:prstGeom>
            <a:solidFill>
              <a:srgbClr val="D139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90" name="Rectangle 89"/>
            <p:cNvSpPr/>
            <p:nvPr userDrawn="1"/>
          </p:nvSpPr>
          <p:spPr bwMode="gray">
            <a:xfrm>
              <a:off x="1905000" y="3195320"/>
              <a:ext cx="6248400" cy="3586480"/>
            </a:xfrm>
            <a:prstGeom prst="rect">
              <a:avLst/>
            </a:prstGeom>
            <a:solidFill>
              <a:srgbClr val="C2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algn="l" defTabSz="957685" rtl="0" eaLnBrk="1" latinLnBrk="0" hangingPunct="1"/>
              <a:endParaRPr lang="en-GB" sz="19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1" name="Rectangle 155"/>
            <p:cNvSpPr>
              <a:spLocks noChangeArrowheads="1"/>
            </p:cNvSpPr>
            <p:nvPr userDrawn="1"/>
          </p:nvSpPr>
          <p:spPr bwMode="gray">
            <a:xfrm>
              <a:off x="8127649" y="990600"/>
              <a:ext cx="787751" cy="2209800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92" name="Rectangle 158"/>
            <p:cNvSpPr>
              <a:spLocks noChangeArrowheads="1"/>
            </p:cNvSpPr>
            <p:nvPr userDrawn="1"/>
          </p:nvSpPr>
          <p:spPr bwMode="gray">
            <a:xfrm>
              <a:off x="1905000" y="990600"/>
              <a:ext cx="6248400" cy="2209800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</p:grpSp>
      <p:sp>
        <p:nvSpPr>
          <p:cNvPr id="39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402773" y="1456764"/>
            <a:ext cx="4052455" cy="1165413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the report’s main title</a:t>
            </a:r>
          </a:p>
        </p:txBody>
      </p:sp>
      <p:sp>
        <p:nvSpPr>
          <p:cNvPr id="40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402774" y="2816411"/>
            <a:ext cx="4052454" cy="1165413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900">
                <a:solidFill>
                  <a:schemeClr val="bg1"/>
                </a:solidFill>
                <a:latin typeface="+mj-lt"/>
              </a:defRPr>
            </a:lvl2pPr>
            <a:lvl3pPr marL="478842" indent="0" algn="l">
              <a:buNone/>
              <a:defRPr sz="1900">
                <a:solidFill>
                  <a:schemeClr val="bg1"/>
                </a:solidFill>
                <a:latin typeface="+mj-lt"/>
              </a:defRPr>
            </a:lvl3pPr>
            <a:lvl4pPr marL="957685" indent="0" algn="l">
              <a:buNone/>
              <a:defRPr sz="1900">
                <a:solidFill>
                  <a:schemeClr val="bg1"/>
                </a:solidFill>
                <a:latin typeface="+mj-lt"/>
              </a:defRPr>
            </a:lvl4pPr>
            <a:lvl5pPr marL="1436527" indent="0" algn="l">
              <a:buNone/>
              <a:defRPr sz="1900">
                <a:solidFill>
                  <a:schemeClr val="bg1"/>
                </a:solidFill>
                <a:latin typeface="+mj-lt"/>
              </a:defRPr>
            </a:lvl5pPr>
            <a:lvl6pPr marL="1915370" indent="0" algn="l">
              <a:buNone/>
              <a:defRPr sz="1900">
                <a:solidFill>
                  <a:schemeClr val="bg1"/>
                </a:solidFill>
                <a:latin typeface="+mj-lt"/>
              </a:defRPr>
            </a:lvl6pPr>
            <a:lvl7pPr marL="2394213" indent="0" algn="l">
              <a:buNone/>
              <a:defRPr sz="1900">
                <a:solidFill>
                  <a:schemeClr val="bg1"/>
                </a:solidFill>
                <a:latin typeface="+mj-lt"/>
              </a:defRPr>
            </a:lvl7pPr>
            <a:lvl8pPr marL="2873055" indent="0" algn="l">
              <a:buNone/>
              <a:defRPr sz="1900">
                <a:solidFill>
                  <a:schemeClr val="bg1"/>
                </a:solidFill>
                <a:latin typeface="+mj-lt"/>
              </a:defRPr>
            </a:lvl8pPr>
            <a:lvl9pPr marL="3351897" indent="0" algn="l">
              <a:buNone/>
              <a:defRPr sz="19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41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402773" y="679824"/>
            <a:ext cx="3117273" cy="194236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 err="1"/>
              <a:t>www.pwc.com</a:t>
            </a:r>
            <a:endParaRPr lang="en-GB" noProof="0" dirty="0"/>
          </a:p>
        </p:txBody>
      </p:sp>
      <p:grpSp>
        <p:nvGrpSpPr>
          <p:cNvPr id="3" name="Group 41"/>
          <p:cNvGrpSpPr/>
          <p:nvPr/>
        </p:nvGrpSpPr>
        <p:grpSpPr>
          <a:xfrm>
            <a:off x="716973" y="8643471"/>
            <a:ext cx="685800" cy="776941"/>
            <a:chOff x="1051560" y="6781800"/>
            <a:chExt cx="1005840" cy="609600"/>
          </a:xfrm>
        </p:grpSpPr>
        <p:sp>
          <p:nvSpPr>
            <p:cNvPr id="43" name="Rectangle 37"/>
            <p:cNvSpPr>
              <a:spLocks noChangeArrowheads="1"/>
            </p:cNvSpPr>
            <p:nvPr userDrawn="1"/>
          </p:nvSpPr>
          <p:spPr bwMode="black">
            <a:xfrm>
              <a:off x="1648968" y="6781800"/>
              <a:ext cx="256032" cy="54864"/>
            </a:xfrm>
            <a:prstGeom prst="rect">
              <a:avLst/>
            </a:prstGeom>
            <a:solidFill>
              <a:srgbClr val="A10000"/>
            </a:solidFill>
            <a:ln w="0">
              <a:solidFill>
                <a:srgbClr val="A1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44" name="Freeform 7"/>
            <p:cNvSpPr>
              <a:spLocks noEditPoints="1"/>
            </p:cNvSpPr>
            <p:nvPr userDrawn="1"/>
          </p:nvSpPr>
          <p:spPr bwMode="black">
            <a:xfrm>
              <a:off x="1051560" y="7000790"/>
              <a:ext cx="1005840" cy="39061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</p:grpSp>
      <p:sp>
        <p:nvSpPr>
          <p:cNvPr id="66" name="Picture Placeholder 65"/>
          <p:cNvSpPr>
            <a:spLocks noGrp="1"/>
          </p:cNvSpPr>
          <p:nvPr>
            <p:ph type="pic" sz="quarter" idx="11"/>
          </p:nvPr>
        </p:nvSpPr>
        <p:spPr>
          <a:xfrm>
            <a:off x="1298865" y="4078942"/>
            <a:ext cx="4779818" cy="456452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grpSp>
        <p:nvGrpSpPr>
          <p:cNvPr id="17" name="Group 31"/>
          <p:cNvGrpSpPr/>
          <p:nvPr userDrawn="1"/>
        </p:nvGrpSpPr>
        <p:grpSpPr>
          <a:xfrm>
            <a:off x="291600" y="4092575"/>
            <a:ext cx="936000" cy="144000"/>
            <a:chOff x="489087" y="2521685"/>
            <a:chExt cx="1209752" cy="151219"/>
          </a:xfrm>
        </p:grpSpPr>
        <p:cxnSp>
          <p:nvCxnSpPr>
            <p:cNvPr id="18" name="Straight Connector 17"/>
            <p:cNvCxnSpPr/>
            <p:nvPr userDrawn="1"/>
          </p:nvCxnSpPr>
          <p:spPr>
            <a:xfrm rot="10800000">
              <a:off x="489087" y="2521686"/>
              <a:ext cx="1209752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 rot="5400000">
              <a:off x="413478" y="2597295"/>
              <a:ext cx="151219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 Placeholder 34"/>
          <p:cNvSpPr>
            <a:spLocks noGrp="1"/>
          </p:cNvSpPr>
          <p:nvPr>
            <p:ph type="body" sz="quarter" idx="12" hasCustomPrompt="1"/>
          </p:nvPr>
        </p:nvSpPr>
        <p:spPr>
          <a:xfrm>
            <a:off x="381983" y="4168775"/>
            <a:ext cx="808642" cy="860425"/>
          </a:xfrm>
        </p:spPr>
        <p:txBody>
          <a:bodyPr/>
          <a:lstStyle>
            <a:lvl1pPr>
              <a:defRPr i="1"/>
            </a:lvl1pPr>
          </a:lstStyle>
          <a:p>
            <a:pPr lvl="0"/>
            <a:r>
              <a:rPr lang="en-US" dirty="0"/>
              <a:t>[Client]</a:t>
            </a:r>
          </a:p>
          <a:p>
            <a:pPr lvl="0"/>
            <a:r>
              <a:rPr lang="en-US" dirty="0"/>
              <a:t>[Month/year]</a:t>
            </a:r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4"/>
          <p:cNvGrpSpPr/>
          <p:nvPr/>
        </p:nvGrpSpPr>
        <p:grpSpPr>
          <a:xfrm>
            <a:off x="1298864" y="0"/>
            <a:ext cx="5559137" cy="8643471"/>
            <a:chOff x="1905000" y="0"/>
            <a:chExt cx="8153400" cy="6781800"/>
          </a:xfrm>
        </p:grpSpPr>
        <p:sp>
          <p:nvSpPr>
            <p:cNvPr id="126" name="Rectangle 159"/>
            <p:cNvSpPr>
              <a:spLocks noChangeArrowheads="1"/>
            </p:cNvSpPr>
            <p:nvPr userDrawn="1"/>
          </p:nvSpPr>
          <p:spPr bwMode="gray">
            <a:xfrm>
              <a:off x="8915400" y="3200400"/>
              <a:ext cx="609600" cy="358140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127" name="Rectangle 153"/>
            <p:cNvSpPr>
              <a:spLocks noChangeArrowheads="1"/>
            </p:cNvSpPr>
            <p:nvPr/>
          </p:nvSpPr>
          <p:spPr bwMode="gray">
            <a:xfrm>
              <a:off x="9525000" y="3200400"/>
              <a:ext cx="533400" cy="3581400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128" name="Rectangle 156"/>
            <p:cNvSpPr>
              <a:spLocks noChangeArrowheads="1"/>
            </p:cNvSpPr>
            <p:nvPr/>
          </p:nvSpPr>
          <p:spPr bwMode="gray">
            <a:xfrm>
              <a:off x="1905000" y="0"/>
              <a:ext cx="6248400" cy="990600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129" name="Rectangle 160"/>
            <p:cNvSpPr>
              <a:spLocks noChangeArrowheads="1"/>
            </p:cNvSpPr>
            <p:nvPr userDrawn="1"/>
          </p:nvSpPr>
          <p:spPr bwMode="gray">
            <a:xfrm>
              <a:off x="8127647" y="3200400"/>
              <a:ext cx="787753" cy="3581400"/>
            </a:xfrm>
            <a:prstGeom prst="rect">
              <a:avLst/>
            </a:prstGeom>
            <a:solidFill>
              <a:srgbClr val="D139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130" name="Rectangle 129"/>
            <p:cNvSpPr/>
            <p:nvPr userDrawn="1"/>
          </p:nvSpPr>
          <p:spPr bwMode="gray">
            <a:xfrm>
              <a:off x="1905000" y="3195320"/>
              <a:ext cx="6248400" cy="3586480"/>
            </a:xfrm>
            <a:prstGeom prst="rect">
              <a:avLst/>
            </a:prstGeom>
            <a:solidFill>
              <a:srgbClr val="C2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algn="l" defTabSz="957685" rtl="0" eaLnBrk="1" latinLnBrk="0" hangingPunct="1"/>
              <a:endParaRPr lang="en-GB" sz="19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1" name="Rectangle 155"/>
            <p:cNvSpPr>
              <a:spLocks noChangeArrowheads="1"/>
            </p:cNvSpPr>
            <p:nvPr userDrawn="1"/>
          </p:nvSpPr>
          <p:spPr bwMode="gray">
            <a:xfrm>
              <a:off x="8127649" y="990600"/>
              <a:ext cx="787751" cy="2209800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132" name="Rectangle 158"/>
            <p:cNvSpPr>
              <a:spLocks noChangeArrowheads="1"/>
            </p:cNvSpPr>
            <p:nvPr userDrawn="1"/>
          </p:nvSpPr>
          <p:spPr bwMode="gray">
            <a:xfrm>
              <a:off x="1905000" y="990600"/>
              <a:ext cx="6248400" cy="2209800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</p:grp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402773" y="1456764"/>
            <a:ext cx="4052455" cy="1165413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the report’s main title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402774" y="2816411"/>
            <a:ext cx="4052454" cy="1165413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900">
                <a:solidFill>
                  <a:schemeClr val="bg1"/>
                </a:solidFill>
                <a:latin typeface="+mj-lt"/>
              </a:defRPr>
            </a:lvl2pPr>
            <a:lvl3pPr marL="478842" indent="0" algn="l">
              <a:buNone/>
              <a:defRPr sz="1900">
                <a:solidFill>
                  <a:schemeClr val="bg1"/>
                </a:solidFill>
                <a:latin typeface="+mj-lt"/>
              </a:defRPr>
            </a:lvl3pPr>
            <a:lvl4pPr marL="957685" indent="0" algn="l">
              <a:buNone/>
              <a:defRPr sz="1900">
                <a:solidFill>
                  <a:schemeClr val="bg1"/>
                </a:solidFill>
                <a:latin typeface="+mj-lt"/>
              </a:defRPr>
            </a:lvl4pPr>
            <a:lvl5pPr marL="1436527" indent="0" algn="l">
              <a:buNone/>
              <a:defRPr sz="1900">
                <a:solidFill>
                  <a:schemeClr val="bg1"/>
                </a:solidFill>
                <a:latin typeface="+mj-lt"/>
              </a:defRPr>
            </a:lvl5pPr>
            <a:lvl6pPr marL="1915370" indent="0" algn="l">
              <a:buNone/>
              <a:defRPr sz="1900">
                <a:solidFill>
                  <a:schemeClr val="bg1"/>
                </a:solidFill>
                <a:latin typeface="+mj-lt"/>
              </a:defRPr>
            </a:lvl6pPr>
            <a:lvl7pPr marL="2394213" indent="0" algn="l">
              <a:buNone/>
              <a:defRPr sz="1900">
                <a:solidFill>
                  <a:schemeClr val="bg1"/>
                </a:solidFill>
                <a:latin typeface="+mj-lt"/>
              </a:defRPr>
            </a:lvl7pPr>
            <a:lvl8pPr marL="2873055" indent="0" algn="l">
              <a:buNone/>
              <a:defRPr sz="1900">
                <a:solidFill>
                  <a:schemeClr val="bg1"/>
                </a:solidFill>
                <a:latin typeface="+mj-lt"/>
              </a:defRPr>
            </a:lvl8pPr>
            <a:lvl9pPr marL="3351897" indent="0" algn="l">
              <a:buNone/>
              <a:defRPr sz="19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21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402773" y="679824"/>
            <a:ext cx="3117273" cy="194236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 err="1"/>
              <a:t>www.pwc.com</a:t>
            </a:r>
            <a:endParaRPr lang="en-GB" noProof="0" dirty="0"/>
          </a:p>
        </p:txBody>
      </p:sp>
      <p:grpSp>
        <p:nvGrpSpPr>
          <p:cNvPr id="3" name="Group 59"/>
          <p:cNvGrpSpPr/>
          <p:nvPr/>
        </p:nvGrpSpPr>
        <p:grpSpPr>
          <a:xfrm>
            <a:off x="716973" y="8643471"/>
            <a:ext cx="685800" cy="776941"/>
            <a:chOff x="1051560" y="6781800"/>
            <a:chExt cx="1005840" cy="609600"/>
          </a:xfrm>
        </p:grpSpPr>
        <p:sp>
          <p:nvSpPr>
            <p:cNvPr id="19" name="Rectangle 37"/>
            <p:cNvSpPr>
              <a:spLocks noChangeArrowheads="1"/>
            </p:cNvSpPr>
            <p:nvPr userDrawn="1"/>
          </p:nvSpPr>
          <p:spPr bwMode="black">
            <a:xfrm>
              <a:off x="1648968" y="6781800"/>
              <a:ext cx="256032" cy="54864"/>
            </a:xfrm>
            <a:prstGeom prst="rect">
              <a:avLst/>
            </a:prstGeom>
            <a:solidFill>
              <a:srgbClr val="A10000"/>
            </a:solidFill>
            <a:ln w="0">
              <a:solidFill>
                <a:srgbClr val="A1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black">
            <a:xfrm>
              <a:off x="1051560" y="7000790"/>
              <a:ext cx="1005840" cy="39061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</p:grpSp>
      <p:grpSp>
        <p:nvGrpSpPr>
          <p:cNvPr id="16" name="Group 31"/>
          <p:cNvGrpSpPr/>
          <p:nvPr userDrawn="1"/>
        </p:nvGrpSpPr>
        <p:grpSpPr>
          <a:xfrm>
            <a:off x="291600" y="4092575"/>
            <a:ext cx="936000" cy="144000"/>
            <a:chOff x="489087" y="2521685"/>
            <a:chExt cx="1209752" cy="151219"/>
          </a:xfrm>
        </p:grpSpPr>
        <p:cxnSp>
          <p:nvCxnSpPr>
            <p:cNvPr id="17" name="Straight Connector 16"/>
            <p:cNvCxnSpPr/>
            <p:nvPr userDrawn="1"/>
          </p:nvCxnSpPr>
          <p:spPr>
            <a:xfrm rot="10800000">
              <a:off x="489087" y="2521686"/>
              <a:ext cx="1209752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 rot="5400000">
              <a:off x="413478" y="2597295"/>
              <a:ext cx="151219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 Placeholder 34"/>
          <p:cNvSpPr>
            <a:spLocks noGrp="1"/>
          </p:cNvSpPr>
          <p:nvPr>
            <p:ph type="body" sz="quarter" idx="12" hasCustomPrompt="1"/>
          </p:nvPr>
        </p:nvSpPr>
        <p:spPr>
          <a:xfrm>
            <a:off x="381983" y="4168775"/>
            <a:ext cx="808642" cy="860425"/>
          </a:xfrm>
        </p:spPr>
        <p:txBody>
          <a:bodyPr/>
          <a:lstStyle>
            <a:lvl1pPr>
              <a:defRPr i="1"/>
            </a:lvl1pPr>
          </a:lstStyle>
          <a:p>
            <a:pPr lvl="0"/>
            <a:r>
              <a:rPr lang="en-US" dirty="0"/>
              <a:t>[Client]</a:t>
            </a:r>
          </a:p>
          <a:p>
            <a:pPr lvl="0"/>
            <a:r>
              <a:rPr lang="en-US" dirty="0"/>
              <a:t>[Month/year]</a:t>
            </a:r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381001" y="2495550"/>
            <a:ext cx="2743200" cy="1295400"/>
          </a:xfrm>
        </p:spPr>
        <p:txBody>
          <a:bodyPr/>
          <a:lstStyle>
            <a:lvl1pPr algn="l">
              <a:defRPr sz="2000" b="1" i="1">
                <a:solidFill>
                  <a:schemeClr val="accent1"/>
                </a:solidFill>
              </a:defRPr>
            </a:lvl1pPr>
            <a:lvl2pPr>
              <a:defRPr sz="1800" b="1" i="1"/>
            </a:lvl2pPr>
            <a:lvl3pPr>
              <a:defRPr sz="1800" b="1" i="1"/>
            </a:lvl3pPr>
            <a:lvl4pPr>
              <a:defRPr sz="1800" b="1" i="1"/>
            </a:lvl4pPr>
            <a:lvl5pPr>
              <a:defRPr sz="1800" b="1" i="1"/>
            </a:lvl5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  <p:cxnSp>
        <p:nvCxnSpPr>
          <p:cNvPr id="10" name="Shape 9"/>
          <p:cNvCxnSpPr/>
          <p:nvPr userDrawn="1"/>
        </p:nvCxnSpPr>
        <p:spPr>
          <a:xfrm rot="5400000" flipH="1" flipV="1">
            <a:off x="1712734" y="931683"/>
            <a:ext cx="220132" cy="3060000"/>
          </a:xfrm>
          <a:prstGeom prst="bentConnector2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381001" y="1524000"/>
            <a:ext cx="914400" cy="685800"/>
          </a:xfrm>
        </p:spPr>
        <p:txBody>
          <a:bodyPr/>
          <a:lstStyle>
            <a:lvl1pPr algn="l">
              <a:defRPr sz="4800" b="1" i="0">
                <a:solidFill>
                  <a:schemeClr val="accent1"/>
                </a:solidFill>
              </a:defRPr>
            </a:lvl1pPr>
            <a:lvl2pPr>
              <a:defRPr sz="1800" b="1" i="1"/>
            </a:lvl2pPr>
            <a:lvl3pPr>
              <a:defRPr sz="1800" b="1" i="1"/>
            </a:lvl3pPr>
            <a:lvl4pPr>
              <a:defRPr sz="1800" b="1" i="1"/>
            </a:lvl4pPr>
            <a:lvl5pPr>
              <a:defRPr sz="1800" b="1" i="1"/>
            </a:lvl5pPr>
          </a:lstStyle>
          <a:p>
            <a:pPr lvl="0"/>
            <a:r>
              <a:rPr lang="en-US" dirty="0"/>
              <a:t>C</a:t>
            </a:r>
            <a:endParaRPr lang="en-GB" dirty="0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hree_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2476500" y="1524003"/>
            <a:ext cx="1920875" cy="7543797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562475" y="1524000"/>
            <a:ext cx="1914525" cy="7543799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sp>
        <p:nvSpPr>
          <p:cNvPr id="9" name="Rectangle 8"/>
          <p:cNvSpPr/>
          <p:nvPr userDrawn="1"/>
        </p:nvSpPr>
        <p:spPr bwMode="ltGray">
          <a:xfrm>
            <a:off x="0" y="1524000"/>
            <a:ext cx="2266950" cy="2757488"/>
          </a:xfrm>
          <a:prstGeom prst="rect">
            <a:avLst/>
          </a:prstGeom>
          <a:solidFill>
            <a:schemeClr val="tx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6"/>
          </p:nvPr>
        </p:nvSpPr>
        <p:spPr>
          <a:xfrm>
            <a:off x="381000" y="4572000"/>
            <a:ext cx="1905000" cy="4495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363538" y="2819400"/>
            <a:ext cx="1693862" cy="1295400"/>
          </a:xfrm>
        </p:spPr>
        <p:txBody>
          <a:bodyPr/>
          <a:lstStyle>
            <a:lvl1pPr algn="l">
              <a:defRPr sz="1800" b="1" i="1">
                <a:solidFill>
                  <a:schemeClr val="bg1"/>
                </a:solidFill>
              </a:defRPr>
            </a:lvl1pPr>
            <a:lvl2pPr>
              <a:defRPr sz="1800" b="1" i="1"/>
            </a:lvl2pPr>
            <a:lvl3pPr>
              <a:defRPr sz="1800" b="1" i="1"/>
            </a:lvl3pPr>
            <a:lvl4pPr>
              <a:defRPr sz="1800" b="1" i="1"/>
            </a:lvl4pPr>
            <a:lvl5pPr>
              <a:defRPr sz="1800" b="1" i="1"/>
            </a:lvl5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: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1524000"/>
            <a:ext cx="1904999" cy="75438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2476500" y="1524000"/>
            <a:ext cx="1920875" cy="36576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562475" y="1523996"/>
            <a:ext cx="1914525" cy="3657601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sp>
        <p:nvSpPr>
          <p:cNvPr id="7" name="Content Placeholder 26"/>
          <p:cNvSpPr>
            <a:spLocks noGrp="1"/>
          </p:cNvSpPr>
          <p:nvPr>
            <p:ph sz="quarter" idx="16"/>
          </p:nvPr>
        </p:nvSpPr>
        <p:spPr>
          <a:xfrm>
            <a:off x="2476500" y="5410201"/>
            <a:ext cx="1920875" cy="36576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8" name="Content Placeholder 26"/>
          <p:cNvSpPr>
            <a:spLocks noGrp="1"/>
          </p:cNvSpPr>
          <p:nvPr>
            <p:ph sz="quarter" idx="17"/>
          </p:nvPr>
        </p:nvSpPr>
        <p:spPr>
          <a:xfrm>
            <a:off x="4562475" y="5410197"/>
            <a:ext cx="1914525" cy="3657601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1524000"/>
            <a:ext cx="1904999" cy="75438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2476500" y="1523999"/>
            <a:ext cx="1920875" cy="7543801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562475" y="1523996"/>
            <a:ext cx="1914525" cy="7543804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1524000"/>
            <a:ext cx="2914649" cy="75438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3547776" y="1523996"/>
            <a:ext cx="2929224" cy="7543804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: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1524000"/>
            <a:ext cx="2914649" cy="75438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3547776" y="1523996"/>
            <a:ext cx="2929224" cy="7543804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63682" y="1219200"/>
            <a:ext cx="6113318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381000" y="990600"/>
            <a:ext cx="4035425" cy="1524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: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2914650"/>
            <a:ext cx="1676399" cy="6153151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2476500" y="2914649"/>
            <a:ext cx="4000500" cy="6153151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63682" y="1219200"/>
            <a:ext cx="6113318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381000" y="990600"/>
            <a:ext cx="4035425" cy="1524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: CV (page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2914650"/>
            <a:ext cx="2914649" cy="615315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3547776" y="2914646"/>
            <a:ext cx="2929224" cy="6153153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63682" y="1219200"/>
            <a:ext cx="6113318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381000" y="990600"/>
            <a:ext cx="4035425" cy="1524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: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1524000"/>
            <a:ext cx="1904999" cy="75438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2476500" y="1523999"/>
            <a:ext cx="1920875" cy="7543801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562475" y="1523996"/>
            <a:ext cx="1914525" cy="7543804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63682" y="1219200"/>
            <a:ext cx="6113318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381000" y="990600"/>
            <a:ext cx="4035425" cy="1524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 with 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1863" y="1456764"/>
            <a:ext cx="4052455" cy="1165413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1"/>
              <a:t>Click to edit Master title style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2441863" y="2816414"/>
            <a:ext cx="4052455" cy="563282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 noProof="1"/>
              <a:t>Click to edit Master text styles</a:t>
            </a:r>
          </a:p>
          <a:p>
            <a:pPr lvl="1"/>
            <a:r>
              <a:rPr lang="en-GB" noProof="1"/>
              <a:t>Second level</a:t>
            </a:r>
          </a:p>
          <a:p>
            <a:pPr lvl="2"/>
            <a:r>
              <a:rPr lang="en-GB" noProof="1"/>
              <a:t>Third level</a:t>
            </a:r>
          </a:p>
          <a:p>
            <a:pPr lvl="3"/>
            <a:r>
              <a:rPr lang="en-GB" noProof="1"/>
              <a:t>Fourth level</a:t>
            </a:r>
          </a:p>
          <a:p>
            <a:pPr lvl="4"/>
            <a:r>
              <a:rPr lang="en-GB" noProof="1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363682" y="2816412"/>
            <a:ext cx="1974273" cy="2719294"/>
          </a:xfrm>
        </p:spPr>
        <p:txBody>
          <a:bodyPr/>
          <a:lstStyle>
            <a:lvl1pPr>
              <a:defRPr sz="1900" b="1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1"/>
              <a:t>Click to edit Master text styles</a:t>
            </a:r>
          </a:p>
        </p:txBody>
      </p:sp>
      <p:cxnSp>
        <p:nvCxnSpPr>
          <p:cNvPr id="30" name="Shape 29"/>
          <p:cNvCxnSpPr/>
          <p:nvPr/>
        </p:nvCxnSpPr>
        <p:spPr>
          <a:xfrm rot="5400000" flipH="1" flipV="1">
            <a:off x="4307110" y="-609506"/>
            <a:ext cx="220132" cy="4158442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July 2013</a:t>
            </a:r>
            <a:endParaRPr lang="en-GB" dirty="0"/>
          </a:p>
        </p:txBody>
      </p:sp>
      <p:sp>
        <p:nvSpPr>
          <p:cNvPr id="11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</p:spTree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14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July 2013</a:t>
            </a:r>
            <a:endParaRPr lang="en-GB" dirty="0"/>
          </a:p>
        </p:txBody>
      </p:sp>
      <p:sp>
        <p:nvSpPr>
          <p:cNvPr id="12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</p:spTree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14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63682" y="2816414"/>
            <a:ext cx="6130637" cy="563282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cxnSp>
        <p:nvCxnSpPr>
          <p:cNvPr id="25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July 2013</a:t>
            </a:r>
            <a:endParaRPr lang="en-GB" dirty="0"/>
          </a:p>
        </p:txBody>
      </p:sp>
      <p:sp>
        <p:nvSpPr>
          <p:cNvPr id="9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</p:spTree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July 2013</a:t>
            </a:r>
            <a:endParaRPr lang="en-GB" dirty="0"/>
          </a:p>
        </p:txBody>
      </p:sp>
      <p:sp>
        <p:nvSpPr>
          <p:cNvPr id="8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</p:spTree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6"/>
          <p:cNvSpPr>
            <a:spLocks noGrp="1"/>
          </p:cNvSpPr>
          <p:nvPr>
            <p:ph sz="quarter" idx="15"/>
          </p:nvPr>
        </p:nvSpPr>
        <p:spPr>
          <a:xfrm>
            <a:off x="363682" y="2816414"/>
            <a:ext cx="6130637" cy="5632823"/>
          </a:xfrm>
        </p:spPr>
        <p:txBody>
          <a:bodyPr/>
          <a:lstStyle>
            <a:lvl1pPr>
              <a:defRPr sz="3000" baseline="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3000">
                <a:solidFill>
                  <a:schemeClr val="tx2"/>
                </a:solidFill>
              </a:defRPr>
            </a:lvl2pPr>
            <a:lvl3pPr>
              <a:buClr>
                <a:schemeClr val="tx2"/>
              </a:buClr>
              <a:defRPr sz="3000">
                <a:solidFill>
                  <a:schemeClr val="tx2"/>
                </a:solidFill>
              </a:defRPr>
            </a:lvl3pPr>
            <a:lvl4pPr>
              <a:buClr>
                <a:schemeClr val="tx2"/>
              </a:buClr>
              <a:defRPr sz="30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3000">
                <a:solidFill>
                  <a:schemeClr val="tx2"/>
                </a:solidFill>
              </a:defRPr>
            </a:lvl5pPr>
            <a:lvl6pPr>
              <a:buClr>
                <a:schemeClr val="tx2"/>
              </a:buClr>
              <a:defRPr sz="3400" baseline="0">
                <a:solidFill>
                  <a:schemeClr val="tx2"/>
                </a:solidFill>
              </a:defRPr>
            </a:lvl6pPr>
            <a:lvl7pPr>
              <a:buClr>
                <a:schemeClr val="tx2"/>
              </a:buClr>
              <a:buAutoNum type="alphaLcPeriod"/>
              <a:defRPr sz="3400" baseline="0">
                <a:solidFill>
                  <a:schemeClr val="tx2"/>
                </a:solidFill>
              </a:defRPr>
            </a:lvl7pPr>
            <a:lvl8pPr>
              <a:buClr>
                <a:schemeClr val="tx2"/>
              </a:buClr>
              <a:buNone/>
              <a:defRPr sz="3400">
                <a:solidFill>
                  <a:schemeClr val="tx2"/>
                </a:solidFill>
              </a:defRPr>
            </a:lvl8pPr>
            <a:lvl9pPr>
              <a:defRPr sz="3400"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17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July 2013</a:t>
            </a:r>
            <a:endParaRPr lang="en-GB" dirty="0"/>
          </a:p>
        </p:txBody>
      </p:sp>
      <p:sp>
        <p:nvSpPr>
          <p:cNvPr id="11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</p:spTree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6"/>
          <p:cNvSpPr>
            <a:spLocks noGrp="1"/>
          </p:cNvSpPr>
          <p:nvPr>
            <p:ph sz="quarter" idx="15"/>
          </p:nvPr>
        </p:nvSpPr>
        <p:spPr>
          <a:xfrm>
            <a:off x="363682" y="2816414"/>
            <a:ext cx="6130637" cy="5632823"/>
          </a:xfrm>
        </p:spPr>
        <p:txBody>
          <a:bodyPr/>
          <a:lstStyle>
            <a:lvl1pPr>
              <a:defRPr sz="300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3000">
                <a:solidFill>
                  <a:schemeClr val="bg1"/>
                </a:solidFill>
              </a:defRPr>
            </a:lvl2pPr>
            <a:lvl3pPr>
              <a:buClr>
                <a:schemeClr val="tx2"/>
              </a:buClr>
              <a:defRPr sz="30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30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300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 sz="3000" baseline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buAutoNum type="alphaLcPeriod"/>
              <a:defRPr sz="3000" baseline="0">
                <a:solidFill>
                  <a:schemeClr val="bg1"/>
                </a:solidFill>
              </a:defRPr>
            </a:lvl7pPr>
            <a:lvl8pPr marL="644645" indent="-214882">
              <a:buClr>
                <a:schemeClr val="bg1"/>
              </a:buClr>
              <a:buFont typeface="+mj-lt"/>
              <a:buAutoNum type="romanLcPeriod"/>
              <a:defRPr sz="3000">
                <a:solidFill>
                  <a:schemeClr val="bg1"/>
                </a:solidFill>
              </a:defRPr>
            </a:lvl8pPr>
            <a:lvl9pPr>
              <a:defRPr sz="30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17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July 2013</a:t>
            </a:r>
            <a:endParaRPr lang="en-GB" dirty="0"/>
          </a:p>
        </p:txBody>
      </p:sp>
      <p:sp>
        <p:nvSpPr>
          <p:cNvPr id="11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PwC</a:t>
            </a:r>
          </a:p>
        </p:txBody>
      </p:sp>
    </p:spTree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363682" y="1651001"/>
            <a:ext cx="6130637" cy="582706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58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3682" y="2233706"/>
            <a:ext cx="6130637" cy="58270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000">
                <a:solidFill>
                  <a:schemeClr val="tx1"/>
                </a:solidFill>
              </a:defRPr>
            </a:lvl1pPr>
            <a:lvl2pPr marL="478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5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Click to edit Master subtitle style</a:t>
            </a:r>
            <a:endParaRPr lang="en-GB" noProof="0" dirty="0"/>
          </a:p>
        </p:txBody>
      </p:sp>
      <p:cxnSp>
        <p:nvCxnSpPr>
          <p:cNvPr id="9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July 2013</a:t>
            </a:r>
            <a:endParaRPr lang="en-GB" dirty="0"/>
          </a:p>
        </p:txBody>
      </p:sp>
      <p:sp>
        <p:nvSpPr>
          <p:cNvPr id="13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</p:spTree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363682" y="1651001"/>
            <a:ext cx="6130637" cy="582706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58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3682" y="2233706"/>
            <a:ext cx="6130637" cy="58270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 marL="478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5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Click to edit Master subtitle style</a:t>
            </a:r>
            <a:endParaRPr lang="en-GB" noProof="0" dirty="0"/>
          </a:p>
        </p:txBody>
      </p:sp>
      <p:cxnSp>
        <p:nvCxnSpPr>
          <p:cNvPr id="9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July 2013</a:t>
            </a:r>
            <a:endParaRPr lang="en-GB" dirty="0"/>
          </a:p>
        </p:txBody>
      </p:sp>
      <p:sp>
        <p:nvSpPr>
          <p:cNvPr id="11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PwC</a:t>
            </a:r>
          </a:p>
        </p:txBody>
      </p:sp>
    </p:spTree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lour with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363682" y="1651001"/>
            <a:ext cx="6130637" cy="582706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58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3682" y="2233706"/>
            <a:ext cx="6130637" cy="58270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 marL="478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5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Click to edit Master subtitle style</a:t>
            </a:r>
            <a:endParaRPr lang="en-GB" noProof="0" dirty="0"/>
          </a:p>
        </p:txBody>
      </p:sp>
      <p:cxnSp>
        <p:nvCxnSpPr>
          <p:cNvPr id="9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/>
          </a:p>
        </p:txBody>
      </p:sp>
      <p:sp>
        <p:nvSpPr>
          <p:cNvPr id="11" name="Content Placeholder 19"/>
          <p:cNvSpPr>
            <a:spLocks noGrp="1"/>
          </p:cNvSpPr>
          <p:nvPr>
            <p:ph sz="quarter" idx="13"/>
          </p:nvPr>
        </p:nvSpPr>
        <p:spPr>
          <a:xfrm>
            <a:off x="363684" y="3787590"/>
            <a:ext cx="3013364" cy="46616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July 2013</a:t>
            </a:r>
            <a:endParaRPr lang="en-GB" dirty="0"/>
          </a:p>
        </p:txBody>
      </p:sp>
      <p:sp>
        <p:nvSpPr>
          <p:cNvPr id="13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PwC</a:t>
            </a:r>
          </a:p>
        </p:txBody>
      </p:sp>
    </p:spTree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Explanatory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363684" y="2622550"/>
            <a:ext cx="5195742" cy="6445250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3682" y="1459192"/>
            <a:ext cx="6130637" cy="2934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12" name="Shape 24"/>
          <p:cNvCxnSpPr/>
          <p:nvPr/>
        </p:nvCxnSpPr>
        <p:spPr>
          <a:xfrm flipV="1">
            <a:off x="285000" y="1362074"/>
            <a:ext cx="6192000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96400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PwCFirm"/>
          <p:cNvSpPr txBox="1"/>
          <p:nvPr userDrawn="1"/>
        </p:nvSpPr>
        <p:spPr>
          <a:xfrm>
            <a:off x="363683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latin typeface="Arial" pitchFamily="34" charset="0"/>
                <a:cs typeface="Arial" pitchFamily="34" charset="0"/>
              </a:rPr>
              <a:t>PwC</a:t>
            </a:r>
          </a:p>
        </p:txBody>
      </p:sp>
    </p:spTree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363682" y="8449237"/>
            <a:ext cx="3117273" cy="971177"/>
          </a:xfrm>
        </p:spPr>
        <p:txBody>
          <a:bodyPr anchor="b"/>
          <a:lstStyle>
            <a:lvl1pPr algn="l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/>
              <a:t>Add legal and copyright disclaimers here.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6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: Colour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hape 24"/>
          <p:cNvCxnSpPr/>
          <p:nvPr/>
        </p:nvCxnSpPr>
        <p:spPr>
          <a:xfrm flipV="1">
            <a:off x="259775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Deriving value from your audit</a:t>
            </a:r>
          </a:p>
        </p:txBody>
      </p:sp>
      <p:sp>
        <p:nvSpPr>
          <p:cNvPr id="11" name="Content Placeholder 19"/>
          <p:cNvSpPr>
            <a:spLocks noGrp="1"/>
          </p:cNvSpPr>
          <p:nvPr>
            <p:ph sz="quarter" idx="13"/>
          </p:nvPr>
        </p:nvSpPr>
        <p:spPr>
          <a:xfrm>
            <a:off x="381000" y="1524000"/>
            <a:ext cx="2995614" cy="30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July 2013</a:t>
            </a:r>
            <a:endParaRPr lang="en-GB" dirty="0"/>
          </a:p>
        </p:txBody>
      </p:sp>
      <p:sp>
        <p:nvSpPr>
          <p:cNvPr id="13" name="PwCFirm"/>
          <p:cNvSpPr txBox="1"/>
          <p:nvPr userDrawn="1"/>
        </p:nvSpPr>
        <p:spPr>
          <a:xfrm>
            <a:off x="363683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8" name="Shape 24"/>
          <p:cNvCxnSpPr/>
          <p:nvPr userDrawn="1"/>
        </p:nvCxnSpPr>
        <p:spPr>
          <a:xfrm flipV="1">
            <a:off x="279600" y="1359648"/>
            <a:ext cx="4212000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19"/>
          <p:cNvSpPr>
            <a:spLocks noGrp="1"/>
          </p:cNvSpPr>
          <p:nvPr>
            <p:ph sz="quarter" idx="14"/>
          </p:nvPr>
        </p:nvSpPr>
        <p:spPr>
          <a:xfrm>
            <a:off x="3483600" y="1524000"/>
            <a:ext cx="2995614" cy="30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: Colour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hape 24"/>
          <p:cNvCxnSpPr/>
          <p:nvPr/>
        </p:nvCxnSpPr>
        <p:spPr>
          <a:xfrm flipV="1">
            <a:off x="259775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Deriving value from your audit</a:t>
            </a:r>
          </a:p>
        </p:txBody>
      </p:sp>
      <p:sp>
        <p:nvSpPr>
          <p:cNvPr id="11" name="Content Placeholder 19"/>
          <p:cNvSpPr>
            <a:spLocks noGrp="1"/>
          </p:cNvSpPr>
          <p:nvPr>
            <p:ph sz="quarter" idx="13"/>
          </p:nvPr>
        </p:nvSpPr>
        <p:spPr>
          <a:xfrm>
            <a:off x="3012931" y="2590800"/>
            <a:ext cx="3013364" cy="30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July 2013</a:t>
            </a:r>
            <a:endParaRPr lang="en-GB" dirty="0"/>
          </a:p>
        </p:txBody>
      </p:sp>
      <p:sp>
        <p:nvSpPr>
          <p:cNvPr id="13" name="PwCFirm"/>
          <p:cNvSpPr txBox="1"/>
          <p:nvPr userDrawn="1"/>
        </p:nvSpPr>
        <p:spPr>
          <a:xfrm>
            <a:off x="363683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noProof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PwC</a:t>
            </a:r>
          </a:p>
        </p:txBody>
      </p:sp>
    </p:spTree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: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524000" y="990600"/>
            <a:ext cx="5105400" cy="8069114"/>
            <a:chOff x="1737819" y="1070601"/>
            <a:chExt cx="5044633" cy="8114987"/>
          </a:xfrm>
        </p:grpSpPr>
        <p:sp>
          <p:nvSpPr>
            <p:cNvPr id="27" name="Rectangle 649"/>
            <p:cNvSpPr>
              <a:spLocks noChangeArrowheads="1"/>
            </p:cNvSpPr>
            <p:nvPr/>
          </p:nvSpPr>
          <p:spPr bwMode="gray">
            <a:xfrm>
              <a:off x="5169974" y="1434753"/>
              <a:ext cx="1612478" cy="7750834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5768" tIns="47884" rIns="95768" bIns="47884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8" name="Rectangle 648"/>
            <p:cNvSpPr>
              <a:spLocks noChangeArrowheads="1"/>
            </p:cNvSpPr>
            <p:nvPr/>
          </p:nvSpPr>
          <p:spPr bwMode="gray">
            <a:xfrm>
              <a:off x="1737820" y="1070601"/>
              <a:ext cx="4629352" cy="44078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5768" tIns="47884" rIns="95768" bIns="47884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9" name="Rectangle 650"/>
            <p:cNvSpPr>
              <a:spLocks noChangeArrowheads="1"/>
            </p:cNvSpPr>
            <p:nvPr/>
          </p:nvSpPr>
          <p:spPr bwMode="gray">
            <a:xfrm>
              <a:off x="1737819" y="1434751"/>
              <a:ext cx="4629353" cy="7750837"/>
            </a:xfrm>
            <a:prstGeom prst="rect">
              <a:avLst/>
            </a:prstGeom>
            <a:solidFill>
              <a:schemeClr val="tx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5768" tIns="47884" rIns="95768" bIns="47884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676400" y="1513541"/>
            <a:ext cx="4052455" cy="84865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the report’s main title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676401" y="2568387"/>
            <a:ext cx="4052454" cy="1165413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900">
                <a:solidFill>
                  <a:schemeClr val="bg1"/>
                </a:solidFill>
                <a:latin typeface="+mj-lt"/>
              </a:defRPr>
            </a:lvl2pPr>
            <a:lvl3pPr marL="478842" indent="0" algn="l">
              <a:buNone/>
              <a:defRPr sz="1900">
                <a:solidFill>
                  <a:schemeClr val="bg1"/>
                </a:solidFill>
                <a:latin typeface="+mj-lt"/>
              </a:defRPr>
            </a:lvl3pPr>
            <a:lvl4pPr marL="957685" indent="0" algn="l">
              <a:buNone/>
              <a:defRPr sz="1900">
                <a:solidFill>
                  <a:schemeClr val="bg1"/>
                </a:solidFill>
                <a:latin typeface="+mj-lt"/>
              </a:defRPr>
            </a:lvl4pPr>
            <a:lvl5pPr marL="1436527" indent="0" algn="l">
              <a:buNone/>
              <a:defRPr sz="1900">
                <a:solidFill>
                  <a:schemeClr val="bg1"/>
                </a:solidFill>
                <a:latin typeface="+mj-lt"/>
              </a:defRPr>
            </a:lvl5pPr>
            <a:lvl6pPr marL="1915370" indent="0" algn="l">
              <a:buNone/>
              <a:defRPr sz="1900">
                <a:solidFill>
                  <a:schemeClr val="bg1"/>
                </a:solidFill>
                <a:latin typeface="+mj-lt"/>
              </a:defRPr>
            </a:lvl6pPr>
            <a:lvl7pPr marL="2394213" indent="0" algn="l">
              <a:buNone/>
              <a:defRPr sz="1900">
                <a:solidFill>
                  <a:schemeClr val="bg1"/>
                </a:solidFill>
                <a:latin typeface="+mj-lt"/>
              </a:defRPr>
            </a:lvl7pPr>
            <a:lvl8pPr marL="2873055" indent="0" algn="l">
              <a:buNone/>
              <a:defRPr sz="1900">
                <a:solidFill>
                  <a:schemeClr val="bg1"/>
                </a:solidFill>
                <a:latin typeface="+mj-lt"/>
              </a:defRPr>
            </a:lvl8pPr>
            <a:lvl9pPr marL="3351897" indent="0" algn="l">
              <a:buNone/>
              <a:defRPr sz="19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19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676400" y="228600"/>
            <a:ext cx="3117273" cy="19423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/>
              <a:t>www.pwc.com/my</a:t>
            </a:r>
          </a:p>
        </p:txBody>
      </p:sp>
      <p:grpSp>
        <p:nvGrpSpPr>
          <p:cNvPr id="23" name="Group 59"/>
          <p:cNvGrpSpPr>
            <a:grpSpLocks/>
          </p:cNvGrpSpPr>
          <p:nvPr userDrawn="1"/>
        </p:nvGrpSpPr>
        <p:grpSpPr bwMode="auto">
          <a:xfrm>
            <a:off x="704850" y="9059715"/>
            <a:ext cx="930100" cy="549707"/>
            <a:chOff x="1051560" y="6768750"/>
            <a:chExt cx="1005840" cy="609595"/>
          </a:xfrm>
        </p:grpSpPr>
        <p:sp>
          <p:nvSpPr>
            <p:cNvPr id="24" name="Rectangle 37"/>
            <p:cNvSpPr>
              <a:spLocks noChangeArrowheads="1"/>
            </p:cNvSpPr>
            <p:nvPr/>
          </p:nvSpPr>
          <p:spPr bwMode="black">
            <a:xfrm>
              <a:off x="1667653" y="6768750"/>
              <a:ext cx="256032" cy="70893"/>
            </a:xfrm>
            <a:prstGeom prst="rect">
              <a:avLst/>
            </a:prstGeom>
            <a:solidFill>
              <a:schemeClr val="accent1"/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5" name="Freeform 7"/>
            <p:cNvSpPr>
              <a:spLocks noEditPoints="1"/>
            </p:cNvSpPr>
            <p:nvPr/>
          </p:nvSpPr>
          <p:spPr bwMode="black">
            <a:xfrm>
              <a:off x="1051560" y="6987736"/>
              <a:ext cx="1005840" cy="390609"/>
            </a:xfrm>
            <a:custGeom>
              <a:avLst/>
              <a:gdLst>
                <a:gd name="T0" fmla="*/ 2147483647 w 4127"/>
                <a:gd name="T1" fmla="*/ 2147483647 h 1544"/>
                <a:gd name="T2" fmla="*/ 2147483647 w 4127"/>
                <a:gd name="T3" fmla="*/ 2147483647 h 1544"/>
                <a:gd name="T4" fmla="*/ 2147483647 w 4127"/>
                <a:gd name="T5" fmla="*/ 2147483647 h 1544"/>
                <a:gd name="T6" fmla="*/ 2147483647 w 4127"/>
                <a:gd name="T7" fmla="*/ 2147483647 h 1544"/>
                <a:gd name="T8" fmla="*/ 2147483647 w 4127"/>
                <a:gd name="T9" fmla="*/ 2147483647 h 1544"/>
                <a:gd name="T10" fmla="*/ 2147483647 w 4127"/>
                <a:gd name="T11" fmla="*/ 2147483647 h 1544"/>
                <a:gd name="T12" fmla="*/ 2147483647 w 4127"/>
                <a:gd name="T13" fmla="*/ 2147483647 h 1544"/>
                <a:gd name="T14" fmla="*/ 2147483647 w 4127"/>
                <a:gd name="T15" fmla="*/ 2147483647 h 1544"/>
                <a:gd name="T16" fmla="*/ 2147483647 w 4127"/>
                <a:gd name="T17" fmla="*/ 2147483647 h 1544"/>
                <a:gd name="T18" fmla="*/ 2147483647 w 4127"/>
                <a:gd name="T19" fmla="*/ 2147483647 h 1544"/>
                <a:gd name="T20" fmla="*/ 2147483647 w 4127"/>
                <a:gd name="T21" fmla="*/ 2147483647 h 1544"/>
                <a:gd name="T22" fmla="*/ 2147483647 w 4127"/>
                <a:gd name="T23" fmla="*/ 2147483647 h 1544"/>
                <a:gd name="T24" fmla="*/ 2147483647 w 4127"/>
                <a:gd name="T25" fmla="*/ 2147483647 h 1544"/>
                <a:gd name="T26" fmla="*/ 2147483647 w 4127"/>
                <a:gd name="T27" fmla="*/ 2147483647 h 1544"/>
                <a:gd name="T28" fmla="*/ 2147483647 w 4127"/>
                <a:gd name="T29" fmla="*/ 2147483647 h 1544"/>
                <a:gd name="T30" fmla="*/ 2147483647 w 4127"/>
                <a:gd name="T31" fmla="*/ 2147483647 h 1544"/>
                <a:gd name="T32" fmla="*/ 2147483647 w 4127"/>
                <a:gd name="T33" fmla="*/ 2147483647 h 1544"/>
                <a:gd name="T34" fmla="*/ 2147483647 w 4127"/>
                <a:gd name="T35" fmla="*/ 2147483647 h 1544"/>
                <a:gd name="T36" fmla="*/ 2147483647 w 4127"/>
                <a:gd name="T37" fmla="*/ 2147483647 h 1544"/>
                <a:gd name="T38" fmla="*/ 2147483647 w 4127"/>
                <a:gd name="T39" fmla="*/ 2147483647 h 1544"/>
                <a:gd name="T40" fmla="*/ 2147483647 w 4127"/>
                <a:gd name="T41" fmla="*/ 2147483647 h 1544"/>
                <a:gd name="T42" fmla="*/ 2147483647 w 4127"/>
                <a:gd name="T43" fmla="*/ 2147483647 h 1544"/>
                <a:gd name="T44" fmla="*/ 2147483647 w 4127"/>
                <a:gd name="T45" fmla="*/ 2147483647 h 1544"/>
                <a:gd name="T46" fmla="*/ 2147483647 w 4127"/>
                <a:gd name="T47" fmla="*/ 2147483647 h 1544"/>
                <a:gd name="T48" fmla="*/ 2147483647 w 4127"/>
                <a:gd name="T49" fmla="*/ 2147483647 h 1544"/>
                <a:gd name="T50" fmla="*/ 2147483647 w 4127"/>
                <a:gd name="T51" fmla="*/ 2147483647 h 1544"/>
                <a:gd name="T52" fmla="*/ 2147483647 w 4127"/>
                <a:gd name="T53" fmla="*/ 2147483647 h 1544"/>
                <a:gd name="T54" fmla="*/ 2147483647 w 4127"/>
                <a:gd name="T55" fmla="*/ 2147483647 h 1544"/>
                <a:gd name="T56" fmla="*/ 2147483647 w 4127"/>
                <a:gd name="T57" fmla="*/ 2147483647 h 1544"/>
                <a:gd name="T58" fmla="*/ 2147483647 w 4127"/>
                <a:gd name="T59" fmla="*/ 2147483647 h 1544"/>
                <a:gd name="T60" fmla="*/ 2147483647 w 4127"/>
                <a:gd name="T61" fmla="*/ 2147483647 h 1544"/>
                <a:gd name="T62" fmla="*/ 2147483647 w 4127"/>
                <a:gd name="T63" fmla="*/ 2147483647 h 1544"/>
                <a:gd name="T64" fmla="*/ 2147483647 w 4127"/>
                <a:gd name="T65" fmla="*/ 2147483647 h 1544"/>
                <a:gd name="T66" fmla="*/ 2147483647 w 4127"/>
                <a:gd name="T67" fmla="*/ 2147483647 h 1544"/>
                <a:gd name="T68" fmla="*/ 2147483647 w 4127"/>
                <a:gd name="T69" fmla="*/ 2147483647 h 1544"/>
                <a:gd name="T70" fmla="*/ 2147483647 w 4127"/>
                <a:gd name="T71" fmla="*/ 2147483647 h 1544"/>
                <a:gd name="T72" fmla="*/ 2147483647 w 4127"/>
                <a:gd name="T73" fmla="*/ 2147483647 h 1544"/>
                <a:gd name="T74" fmla="*/ 2147483647 w 4127"/>
                <a:gd name="T75" fmla="*/ 2147483647 h 1544"/>
                <a:gd name="T76" fmla="*/ 2147483647 w 4127"/>
                <a:gd name="T77" fmla="*/ 2147483647 h 1544"/>
                <a:gd name="T78" fmla="*/ 2147483647 w 4127"/>
                <a:gd name="T79" fmla="*/ 2147483647 h 1544"/>
                <a:gd name="T80" fmla="*/ 2147483647 w 4127"/>
                <a:gd name="T81" fmla="*/ 2147483647 h 1544"/>
                <a:gd name="T82" fmla="*/ 2147483647 w 4127"/>
                <a:gd name="T83" fmla="*/ 2147483647 h 1544"/>
                <a:gd name="T84" fmla="*/ 2147483647 w 4127"/>
                <a:gd name="T85" fmla="*/ 2147483647 h 1544"/>
                <a:gd name="T86" fmla="*/ 2147483647 w 4127"/>
                <a:gd name="T87" fmla="*/ 2147483647 h 1544"/>
                <a:gd name="T88" fmla="*/ 2147483647 w 4127"/>
                <a:gd name="T89" fmla="*/ 2147483647 h 1544"/>
                <a:gd name="T90" fmla="*/ 2147483647 w 4127"/>
                <a:gd name="T91" fmla="*/ 2147483647 h 1544"/>
                <a:gd name="T92" fmla="*/ 2147483647 w 4127"/>
                <a:gd name="T93" fmla="*/ 2147483647 h 1544"/>
                <a:gd name="T94" fmla="*/ 2147483647 w 4127"/>
                <a:gd name="T95" fmla="*/ 2147483647 h 1544"/>
                <a:gd name="T96" fmla="*/ 2147483647 w 4127"/>
                <a:gd name="T97" fmla="*/ 0 h 1544"/>
                <a:gd name="T98" fmla="*/ 2147483647 w 4127"/>
                <a:gd name="T99" fmla="*/ 2147483647 h 1544"/>
                <a:gd name="T100" fmla="*/ 2147483647 w 4127"/>
                <a:gd name="T101" fmla="*/ 2147483647 h 1544"/>
                <a:gd name="T102" fmla="*/ 2147483647 w 4127"/>
                <a:gd name="T103" fmla="*/ 2147483647 h 1544"/>
                <a:gd name="T104" fmla="*/ 2147483647 w 4127"/>
                <a:gd name="T105" fmla="*/ 2147483647 h 1544"/>
                <a:gd name="T106" fmla="*/ 2147483647 w 4127"/>
                <a:gd name="T107" fmla="*/ 2147483647 h 1544"/>
                <a:gd name="T108" fmla="*/ 2147483647 w 4127"/>
                <a:gd name="T109" fmla="*/ 2147483647 h 1544"/>
                <a:gd name="T110" fmla="*/ 2147483647 w 4127"/>
                <a:gd name="T111" fmla="*/ 2147483647 h 1544"/>
                <a:gd name="T112" fmla="*/ 2147483647 w 4127"/>
                <a:gd name="T113" fmla="*/ 2147483647 h 1544"/>
                <a:gd name="T114" fmla="*/ 2147483647 w 4127"/>
                <a:gd name="T115" fmla="*/ 2147483647 h 1544"/>
                <a:gd name="T116" fmla="*/ 2147483647 w 4127"/>
                <a:gd name="T117" fmla="*/ 2147483647 h 154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4127"/>
                <a:gd name="T178" fmla="*/ 0 h 1544"/>
                <a:gd name="T179" fmla="*/ 4127 w 4127"/>
                <a:gd name="T180" fmla="*/ 1544 h 1544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1" name="Group 31"/>
          <p:cNvGrpSpPr/>
          <p:nvPr userDrawn="1"/>
        </p:nvGrpSpPr>
        <p:grpSpPr>
          <a:xfrm>
            <a:off x="366817" y="4343400"/>
            <a:ext cx="1080000" cy="144000"/>
            <a:chOff x="489087" y="2521685"/>
            <a:chExt cx="1209752" cy="151219"/>
          </a:xfrm>
        </p:grpSpPr>
        <p:cxnSp>
          <p:nvCxnSpPr>
            <p:cNvPr id="32" name="Straight Connector 31"/>
            <p:cNvCxnSpPr/>
            <p:nvPr userDrawn="1"/>
          </p:nvCxnSpPr>
          <p:spPr>
            <a:xfrm rot="10800000">
              <a:off x="489087" y="2521686"/>
              <a:ext cx="1209752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 rot="5400000">
              <a:off x="413478" y="2597295"/>
              <a:ext cx="151219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 Placeholder 34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419600"/>
            <a:ext cx="914400" cy="860425"/>
          </a:xfrm>
        </p:spPr>
        <p:txBody>
          <a:bodyPr/>
          <a:lstStyle>
            <a:lvl1pPr>
              <a:defRPr i="1"/>
            </a:lvl1pPr>
          </a:lstStyle>
          <a:p>
            <a:pPr lvl="0"/>
            <a:r>
              <a:rPr lang="en-US" dirty="0"/>
              <a:t>[Client]</a:t>
            </a:r>
          </a:p>
          <a:p>
            <a:pPr lvl="0"/>
            <a:r>
              <a:rPr lang="en-US" dirty="0"/>
              <a:t>[Month/year]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40861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Fixe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3"/>
          <p:cNvGrpSpPr/>
          <p:nvPr/>
        </p:nvGrpSpPr>
        <p:grpSpPr>
          <a:xfrm>
            <a:off x="1302112" y="7994000"/>
            <a:ext cx="363682" cy="647451"/>
            <a:chOff x="1905000" y="5715000"/>
            <a:chExt cx="445770" cy="381000"/>
          </a:xfrm>
        </p:grpSpPr>
        <p:sp>
          <p:nvSpPr>
            <p:cNvPr id="2073" name="Rectangle 25"/>
            <p:cNvSpPr>
              <a:spLocks noChangeArrowheads="1"/>
            </p:cNvSpPr>
            <p:nvPr userDrawn="1"/>
          </p:nvSpPr>
          <p:spPr bwMode="gray">
            <a:xfrm>
              <a:off x="2293620" y="5988118"/>
              <a:ext cx="57150" cy="107882"/>
            </a:xfrm>
            <a:prstGeom prst="rect">
              <a:avLst/>
            </a:prstGeom>
            <a:solidFill>
              <a:srgbClr val="F445F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74" name="Rectangle 26"/>
            <p:cNvSpPr>
              <a:spLocks noChangeArrowheads="1"/>
            </p:cNvSpPr>
            <p:nvPr userDrawn="1"/>
          </p:nvSpPr>
          <p:spPr bwMode="gray">
            <a:xfrm>
              <a:off x="2132171" y="5757333"/>
              <a:ext cx="44291" cy="66914"/>
            </a:xfrm>
            <a:prstGeom prst="rect">
              <a:avLst/>
            </a:prstGeom>
            <a:solidFill>
              <a:srgbClr val="F6B67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75" name="Rectangle 27"/>
            <p:cNvSpPr>
              <a:spLocks noChangeArrowheads="1"/>
            </p:cNvSpPr>
            <p:nvPr userDrawn="1"/>
          </p:nvSpPr>
          <p:spPr bwMode="gray">
            <a:xfrm>
              <a:off x="1905000" y="5715000"/>
              <a:ext cx="227171" cy="42333"/>
            </a:xfrm>
            <a:prstGeom prst="rect">
              <a:avLst/>
            </a:prstGeom>
            <a:solidFill>
              <a:srgbClr val="F48F1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76" name="Rectangle 28"/>
            <p:cNvSpPr>
              <a:spLocks noChangeArrowheads="1"/>
            </p:cNvSpPr>
            <p:nvPr userDrawn="1"/>
          </p:nvSpPr>
          <p:spPr bwMode="gray">
            <a:xfrm>
              <a:off x="1905000" y="5757333"/>
              <a:ext cx="227171" cy="66914"/>
            </a:xfrm>
            <a:prstGeom prst="rect">
              <a:avLst/>
            </a:prstGeom>
            <a:solidFill>
              <a:srgbClr val="EB660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77" name="Rectangle 29"/>
            <p:cNvSpPr>
              <a:spLocks noChangeArrowheads="1"/>
            </p:cNvSpPr>
            <p:nvPr userDrawn="1"/>
          </p:nvSpPr>
          <p:spPr bwMode="gray">
            <a:xfrm>
              <a:off x="2176462" y="5824247"/>
              <a:ext cx="117158" cy="163871"/>
            </a:xfrm>
            <a:prstGeom prst="rect">
              <a:avLst/>
            </a:prstGeom>
            <a:solidFill>
              <a:srgbClr val="F3BF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78" name="Rectangle 30"/>
            <p:cNvSpPr>
              <a:spLocks noChangeArrowheads="1"/>
            </p:cNvSpPr>
            <p:nvPr userDrawn="1"/>
          </p:nvSpPr>
          <p:spPr bwMode="gray">
            <a:xfrm>
              <a:off x="2176462" y="5988118"/>
              <a:ext cx="117158" cy="107882"/>
            </a:xfrm>
            <a:prstGeom prst="rect">
              <a:avLst/>
            </a:prstGeom>
            <a:solidFill>
              <a:srgbClr val="E934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79" name="Rectangle 31"/>
            <p:cNvSpPr>
              <a:spLocks noChangeArrowheads="1"/>
            </p:cNvSpPr>
            <p:nvPr userDrawn="1"/>
          </p:nvSpPr>
          <p:spPr bwMode="gray">
            <a:xfrm>
              <a:off x="2132171" y="5824247"/>
              <a:ext cx="44291" cy="163871"/>
            </a:xfrm>
            <a:prstGeom prst="rect">
              <a:avLst/>
            </a:prstGeom>
            <a:solidFill>
              <a:srgbClr val="EA88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80" name="Rectangle 32"/>
            <p:cNvSpPr>
              <a:spLocks noChangeArrowheads="1"/>
            </p:cNvSpPr>
            <p:nvPr userDrawn="1"/>
          </p:nvSpPr>
          <p:spPr bwMode="gray">
            <a:xfrm>
              <a:off x="2132171" y="5988118"/>
              <a:ext cx="44291" cy="107882"/>
            </a:xfrm>
            <a:prstGeom prst="rect">
              <a:avLst/>
            </a:prstGeom>
            <a:solidFill>
              <a:srgbClr val="E025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81" name="Freeform 33"/>
            <p:cNvSpPr>
              <a:spLocks/>
            </p:cNvSpPr>
            <p:nvPr userDrawn="1"/>
          </p:nvSpPr>
          <p:spPr bwMode="gray">
            <a:xfrm>
              <a:off x="1905000" y="5824247"/>
              <a:ext cx="227171" cy="1638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9" y="0"/>
                </a:cxn>
                <a:cxn ang="0">
                  <a:pos x="159" y="120"/>
                </a:cxn>
                <a:cxn ang="0">
                  <a:pos x="99" y="120"/>
                </a:cxn>
                <a:cxn ang="0">
                  <a:pos x="99" y="80"/>
                </a:cxn>
                <a:cxn ang="0">
                  <a:pos x="0" y="80"/>
                </a:cxn>
                <a:cxn ang="0">
                  <a:pos x="0" y="0"/>
                </a:cxn>
              </a:cxnLst>
              <a:rect l="0" t="0" r="r" b="b"/>
              <a:pathLst>
                <a:path w="159" h="120">
                  <a:moveTo>
                    <a:pt x="0" y="0"/>
                  </a:moveTo>
                  <a:lnTo>
                    <a:pt x="159" y="0"/>
                  </a:lnTo>
                  <a:lnTo>
                    <a:pt x="159" y="120"/>
                  </a:lnTo>
                  <a:lnTo>
                    <a:pt x="99" y="120"/>
                  </a:lnTo>
                  <a:lnTo>
                    <a:pt x="99" y="80"/>
                  </a:ln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4C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82" name="Rectangle 34"/>
            <p:cNvSpPr>
              <a:spLocks noChangeArrowheads="1"/>
            </p:cNvSpPr>
            <p:nvPr userDrawn="1"/>
          </p:nvSpPr>
          <p:spPr bwMode="gray">
            <a:xfrm>
              <a:off x="2046446" y="5988118"/>
              <a:ext cx="85725" cy="107882"/>
            </a:xfrm>
            <a:prstGeom prst="rect">
              <a:avLst/>
            </a:prstGeom>
            <a:solidFill>
              <a:srgbClr val="D614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83" name="Rectangle 35"/>
            <p:cNvSpPr>
              <a:spLocks noChangeArrowheads="1"/>
            </p:cNvSpPr>
            <p:nvPr userDrawn="1"/>
          </p:nvSpPr>
          <p:spPr bwMode="gray">
            <a:xfrm>
              <a:off x="1905000" y="5933495"/>
              <a:ext cx="141446" cy="54624"/>
            </a:xfrm>
            <a:prstGeom prst="rect">
              <a:avLst/>
            </a:prstGeom>
            <a:solidFill>
              <a:srgbClr val="C93C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84" name="Rectangle 36"/>
            <p:cNvSpPr>
              <a:spLocks noChangeArrowheads="1"/>
            </p:cNvSpPr>
            <p:nvPr userDrawn="1"/>
          </p:nvSpPr>
          <p:spPr bwMode="gray">
            <a:xfrm>
              <a:off x="1905000" y="5988118"/>
              <a:ext cx="141446" cy="107882"/>
            </a:xfrm>
            <a:prstGeom prst="rect">
              <a:avLst/>
            </a:prstGeom>
            <a:solidFill>
              <a:srgbClr val="C01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gray">
            <a:xfrm>
              <a:off x="2293620" y="5988118"/>
              <a:ext cx="57150" cy="107882"/>
            </a:xfrm>
            <a:prstGeom prst="rect">
              <a:avLst/>
            </a:prstGeom>
            <a:solidFill>
              <a:srgbClr val="F445F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gray">
            <a:xfrm>
              <a:off x="2132171" y="5757333"/>
              <a:ext cx="44291" cy="66914"/>
            </a:xfrm>
            <a:prstGeom prst="rect">
              <a:avLst/>
            </a:prstGeom>
            <a:solidFill>
              <a:srgbClr val="F6B67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2" name="Rectangle 27"/>
            <p:cNvSpPr>
              <a:spLocks noChangeArrowheads="1"/>
            </p:cNvSpPr>
            <p:nvPr/>
          </p:nvSpPr>
          <p:spPr bwMode="gray">
            <a:xfrm>
              <a:off x="1905000" y="5715000"/>
              <a:ext cx="227171" cy="42333"/>
            </a:xfrm>
            <a:prstGeom prst="rect">
              <a:avLst/>
            </a:prstGeom>
            <a:solidFill>
              <a:srgbClr val="F48F1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3" name="Rectangle 28"/>
            <p:cNvSpPr>
              <a:spLocks noChangeArrowheads="1"/>
            </p:cNvSpPr>
            <p:nvPr/>
          </p:nvSpPr>
          <p:spPr bwMode="gray">
            <a:xfrm>
              <a:off x="1905000" y="5757333"/>
              <a:ext cx="227171" cy="66914"/>
            </a:xfrm>
            <a:prstGeom prst="rect">
              <a:avLst/>
            </a:prstGeom>
            <a:solidFill>
              <a:srgbClr val="EB660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4" name="Rectangle 29"/>
            <p:cNvSpPr>
              <a:spLocks noChangeArrowheads="1"/>
            </p:cNvSpPr>
            <p:nvPr/>
          </p:nvSpPr>
          <p:spPr bwMode="gray">
            <a:xfrm>
              <a:off x="2176462" y="5824247"/>
              <a:ext cx="117158" cy="163871"/>
            </a:xfrm>
            <a:prstGeom prst="rect">
              <a:avLst/>
            </a:prstGeom>
            <a:solidFill>
              <a:srgbClr val="F3BF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5" name="Rectangle 30"/>
            <p:cNvSpPr>
              <a:spLocks noChangeArrowheads="1"/>
            </p:cNvSpPr>
            <p:nvPr/>
          </p:nvSpPr>
          <p:spPr bwMode="gray">
            <a:xfrm>
              <a:off x="2176462" y="5988118"/>
              <a:ext cx="117158" cy="107882"/>
            </a:xfrm>
            <a:prstGeom prst="rect">
              <a:avLst/>
            </a:prstGeom>
            <a:solidFill>
              <a:srgbClr val="E934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6" name="Rectangle 31"/>
            <p:cNvSpPr>
              <a:spLocks noChangeArrowheads="1"/>
            </p:cNvSpPr>
            <p:nvPr/>
          </p:nvSpPr>
          <p:spPr bwMode="gray">
            <a:xfrm>
              <a:off x="2132171" y="5824247"/>
              <a:ext cx="44291" cy="163871"/>
            </a:xfrm>
            <a:prstGeom prst="rect">
              <a:avLst/>
            </a:prstGeom>
            <a:solidFill>
              <a:srgbClr val="EA88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8" name="Rectangle 32"/>
            <p:cNvSpPr>
              <a:spLocks noChangeArrowheads="1"/>
            </p:cNvSpPr>
            <p:nvPr/>
          </p:nvSpPr>
          <p:spPr bwMode="gray">
            <a:xfrm>
              <a:off x="2132171" y="5988118"/>
              <a:ext cx="44291" cy="107882"/>
            </a:xfrm>
            <a:prstGeom prst="rect">
              <a:avLst/>
            </a:prstGeom>
            <a:solidFill>
              <a:srgbClr val="E025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9" name="Freeform 33"/>
            <p:cNvSpPr>
              <a:spLocks/>
            </p:cNvSpPr>
            <p:nvPr/>
          </p:nvSpPr>
          <p:spPr bwMode="gray">
            <a:xfrm>
              <a:off x="1905000" y="5824247"/>
              <a:ext cx="227171" cy="1638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9" y="0"/>
                </a:cxn>
                <a:cxn ang="0">
                  <a:pos x="159" y="120"/>
                </a:cxn>
                <a:cxn ang="0">
                  <a:pos x="99" y="120"/>
                </a:cxn>
                <a:cxn ang="0">
                  <a:pos x="99" y="80"/>
                </a:cxn>
                <a:cxn ang="0">
                  <a:pos x="0" y="80"/>
                </a:cxn>
                <a:cxn ang="0">
                  <a:pos x="0" y="0"/>
                </a:cxn>
              </a:cxnLst>
              <a:rect l="0" t="0" r="r" b="b"/>
              <a:pathLst>
                <a:path w="159" h="120">
                  <a:moveTo>
                    <a:pt x="0" y="0"/>
                  </a:moveTo>
                  <a:lnTo>
                    <a:pt x="159" y="0"/>
                  </a:lnTo>
                  <a:lnTo>
                    <a:pt x="159" y="120"/>
                  </a:lnTo>
                  <a:lnTo>
                    <a:pt x="99" y="120"/>
                  </a:lnTo>
                  <a:lnTo>
                    <a:pt x="99" y="80"/>
                  </a:ln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4C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40" name="Rectangle 34"/>
            <p:cNvSpPr>
              <a:spLocks noChangeArrowheads="1"/>
            </p:cNvSpPr>
            <p:nvPr/>
          </p:nvSpPr>
          <p:spPr bwMode="gray">
            <a:xfrm>
              <a:off x="2046446" y="5988118"/>
              <a:ext cx="85725" cy="107882"/>
            </a:xfrm>
            <a:prstGeom prst="rect">
              <a:avLst/>
            </a:prstGeom>
            <a:solidFill>
              <a:srgbClr val="D614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gray">
            <a:xfrm>
              <a:off x="1905000" y="5933495"/>
              <a:ext cx="141446" cy="54624"/>
            </a:xfrm>
            <a:prstGeom prst="rect">
              <a:avLst/>
            </a:prstGeom>
            <a:solidFill>
              <a:srgbClr val="C93C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42" name="Rectangle 36"/>
            <p:cNvSpPr>
              <a:spLocks noChangeArrowheads="1"/>
            </p:cNvSpPr>
            <p:nvPr/>
          </p:nvSpPr>
          <p:spPr bwMode="gray">
            <a:xfrm>
              <a:off x="1905000" y="5988118"/>
              <a:ext cx="141446" cy="107882"/>
            </a:xfrm>
            <a:prstGeom prst="rect">
              <a:avLst/>
            </a:prstGeom>
            <a:solidFill>
              <a:srgbClr val="C01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</p:grpSp>
      <p:cxnSp>
        <p:nvCxnSpPr>
          <p:cNvPr id="141" name="Shape 140"/>
          <p:cNvCxnSpPr/>
          <p:nvPr/>
        </p:nvCxnSpPr>
        <p:spPr>
          <a:xfrm rot="5400000" flipH="1" flipV="1">
            <a:off x="3781161" y="-1116164"/>
            <a:ext cx="220132" cy="5193377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1402773" y="1456764"/>
            <a:ext cx="4052455" cy="1165413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 b="1" i="1"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to add the report’s main title</a:t>
            </a:r>
          </a:p>
        </p:txBody>
      </p:sp>
      <p:sp>
        <p:nvSpPr>
          <p:cNvPr id="4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402774" y="2816411"/>
            <a:ext cx="4052454" cy="1165413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aseline="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900">
                <a:solidFill>
                  <a:schemeClr val="bg1"/>
                </a:solidFill>
                <a:latin typeface="+mj-lt"/>
              </a:defRPr>
            </a:lvl2pPr>
            <a:lvl3pPr marL="478842" indent="0" algn="l">
              <a:buNone/>
              <a:defRPr sz="1900">
                <a:solidFill>
                  <a:schemeClr val="bg1"/>
                </a:solidFill>
                <a:latin typeface="+mj-lt"/>
              </a:defRPr>
            </a:lvl3pPr>
            <a:lvl4pPr marL="957685" indent="0" algn="l">
              <a:buNone/>
              <a:defRPr sz="1900">
                <a:solidFill>
                  <a:schemeClr val="bg1"/>
                </a:solidFill>
                <a:latin typeface="+mj-lt"/>
              </a:defRPr>
            </a:lvl4pPr>
            <a:lvl5pPr marL="1436527" indent="0" algn="l">
              <a:buNone/>
              <a:defRPr sz="1900">
                <a:solidFill>
                  <a:schemeClr val="bg1"/>
                </a:solidFill>
                <a:latin typeface="+mj-lt"/>
              </a:defRPr>
            </a:lvl5pPr>
            <a:lvl6pPr marL="1915370" indent="0" algn="l">
              <a:buNone/>
              <a:defRPr sz="1900">
                <a:solidFill>
                  <a:schemeClr val="bg1"/>
                </a:solidFill>
                <a:latin typeface="+mj-lt"/>
              </a:defRPr>
            </a:lvl6pPr>
            <a:lvl7pPr marL="2394213" indent="0" algn="l">
              <a:buNone/>
              <a:defRPr sz="1900">
                <a:solidFill>
                  <a:schemeClr val="bg1"/>
                </a:solidFill>
                <a:latin typeface="+mj-lt"/>
              </a:defRPr>
            </a:lvl7pPr>
            <a:lvl8pPr marL="2873055" indent="0" algn="l">
              <a:buNone/>
              <a:defRPr sz="1900">
                <a:solidFill>
                  <a:schemeClr val="bg1"/>
                </a:solidFill>
                <a:latin typeface="+mj-lt"/>
              </a:defRPr>
            </a:lvl8pPr>
            <a:lvl9pPr marL="3351897" indent="0" algn="l">
              <a:buNone/>
              <a:defRPr sz="19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45" name="Text Placeholder 31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1402773" y="679824"/>
            <a:ext cx="3117273" cy="19423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 err="1"/>
              <a:t>www.pwc.com</a:t>
            </a:r>
            <a:endParaRPr lang="en-GB" noProof="0" dirty="0"/>
          </a:p>
        </p:txBody>
      </p:sp>
      <p:grpSp>
        <p:nvGrpSpPr>
          <p:cNvPr id="3" name="Group 45"/>
          <p:cNvGrpSpPr/>
          <p:nvPr/>
        </p:nvGrpSpPr>
        <p:grpSpPr>
          <a:xfrm>
            <a:off x="716973" y="8643471"/>
            <a:ext cx="685800" cy="776941"/>
            <a:chOff x="1051560" y="6781800"/>
            <a:chExt cx="1005840" cy="609600"/>
          </a:xfrm>
        </p:grpSpPr>
        <p:sp>
          <p:nvSpPr>
            <p:cNvPr id="48" name="Rectangle 37"/>
            <p:cNvSpPr>
              <a:spLocks noChangeArrowheads="1"/>
            </p:cNvSpPr>
            <p:nvPr userDrawn="1"/>
          </p:nvSpPr>
          <p:spPr bwMode="black">
            <a:xfrm>
              <a:off x="1648968" y="6781800"/>
              <a:ext cx="256032" cy="54864"/>
            </a:xfrm>
            <a:prstGeom prst="rect">
              <a:avLst/>
            </a:prstGeom>
            <a:solidFill>
              <a:srgbClr val="A10000"/>
            </a:solidFill>
            <a:ln w="0">
              <a:solidFill>
                <a:srgbClr val="A1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49" name="Freeform 7"/>
            <p:cNvSpPr>
              <a:spLocks noEditPoints="1"/>
            </p:cNvSpPr>
            <p:nvPr userDrawn="1"/>
          </p:nvSpPr>
          <p:spPr bwMode="black">
            <a:xfrm>
              <a:off x="1051560" y="7000790"/>
              <a:ext cx="1005840" cy="39061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025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: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4"/>
          <p:cNvGrpSpPr/>
          <p:nvPr/>
        </p:nvGrpSpPr>
        <p:grpSpPr>
          <a:xfrm>
            <a:off x="1298864" y="0"/>
            <a:ext cx="5559137" cy="8643471"/>
            <a:chOff x="1905000" y="0"/>
            <a:chExt cx="8153400" cy="6781800"/>
          </a:xfrm>
        </p:grpSpPr>
        <p:sp>
          <p:nvSpPr>
            <p:cNvPr id="86" name="Rectangle 159"/>
            <p:cNvSpPr>
              <a:spLocks noChangeArrowheads="1"/>
            </p:cNvSpPr>
            <p:nvPr userDrawn="1"/>
          </p:nvSpPr>
          <p:spPr bwMode="gray">
            <a:xfrm>
              <a:off x="8915400" y="3200400"/>
              <a:ext cx="609600" cy="358140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87" name="Rectangle 153"/>
            <p:cNvSpPr>
              <a:spLocks noChangeArrowheads="1"/>
            </p:cNvSpPr>
            <p:nvPr/>
          </p:nvSpPr>
          <p:spPr bwMode="gray">
            <a:xfrm>
              <a:off x="9525000" y="3200400"/>
              <a:ext cx="533400" cy="3581400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88" name="Rectangle 156"/>
            <p:cNvSpPr>
              <a:spLocks noChangeArrowheads="1"/>
            </p:cNvSpPr>
            <p:nvPr/>
          </p:nvSpPr>
          <p:spPr bwMode="gray">
            <a:xfrm>
              <a:off x="1905000" y="0"/>
              <a:ext cx="6248400" cy="990600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89" name="Rectangle 160"/>
            <p:cNvSpPr>
              <a:spLocks noChangeArrowheads="1"/>
            </p:cNvSpPr>
            <p:nvPr userDrawn="1"/>
          </p:nvSpPr>
          <p:spPr bwMode="gray">
            <a:xfrm>
              <a:off x="8127647" y="3200400"/>
              <a:ext cx="787753" cy="3581400"/>
            </a:xfrm>
            <a:prstGeom prst="rect">
              <a:avLst/>
            </a:prstGeom>
            <a:solidFill>
              <a:srgbClr val="D139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90" name="Rectangle 89"/>
            <p:cNvSpPr/>
            <p:nvPr userDrawn="1"/>
          </p:nvSpPr>
          <p:spPr bwMode="gray">
            <a:xfrm>
              <a:off x="1905000" y="3195320"/>
              <a:ext cx="6248400" cy="3586480"/>
            </a:xfrm>
            <a:prstGeom prst="rect">
              <a:avLst/>
            </a:prstGeom>
            <a:solidFill>
              <a:srgbClr val="C2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57685"/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91" name="Rectangle 155"/>
            <p:cNvSpPr>
              <a:spLocks noChangeArrowheads="1"/>
            </p:cNvSpPr>
            <p:nvPr userDrawn="1"/>
          </p:nvSpPr>
          <p:spPr bwMode="gray">
            <a:xfrm>
              <a:off x="8127649" y="990600"/>
              <a:ext cx="787751" cy="2209800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92" name="Rectangle 158"/>
            <p:cNvSpPr>
              <a:spLocks noChangeArrowheads="1"/>
            </p:cNvSpPr>
            <p:nvPr userDrawn="1"/>
          </p:nvSpPr>
          <p:spPr bwMode="gray">
            <a:xfrm>
              <a:off x="1905000" y="990600"/>
              <a:ext cx="6248400" cy="2209800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</p:grpSp>
      <p:sp>
        <p:nvSpPr>
          <p:cNvPr id="39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402773" y="1456764"/>
            <a:ext cx="4052455" cy="1165413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the report’s main title</a:t>
            </a:r>
          </a:p>
        </p:txBody>
      </p:sp>
      <p:sp>
        <p:nvSpPr>
          <p:cNvPr id="40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402774" y="2816411"/>
            <a:ext cx="4052454" cy="1165413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900">
                <a:solidFill>
                  <a:schemeClr val="bg1"/>
                </a:solidFill>
                <a:latin typeface="+mj-lt"/>
              </a:defRPr>
            </a:lvl2pPr>
            <a:lvl3pPr marL="478842" indent="0" algn="l">
              <a:buNone/>
              <a:defRPr sz="1900">
                <a:solidFill>
                  <a:schemeClr val="bg1"/>
                </a:solidFill>
                <a:latin typeface="+mj-lt"/>
              </a:defRPr>
            </a:lvl3pPr>
            <a:lvl4pPr marL="957685" indent="0" algn="l">
              <a:buNone/>
              <a:defRPr sz="1900">
                <a:solidFill>
                  <a:schemeClr val="bg1"/>
                </a:solidFill>
                <a:latin typeface="+mj-lt"/>
              </a:defRPr>
            </a:lvl4pPr>
            <a:lvl5pPr marL="1436527" indent="0" algn="l">
              <a:buNone/>
              <a:defRPr sz="1900">
                <a:solidFill>
                  <a:schemeClr val="bg1"/>
                </a:solidFill>
                <a:latin typeface="+mj-lt"/>
              </a:defRPr>
            </a:lvl5pPr>
            <a:lvl6pPr marL="1915370" indent="0" algn="l">
              <a:buNone/>
              <a:defRPr sz="1900">
                <a:solidFill>
                  <a:schemeClr val="bg1"/>
                </a:solidFill>
                <a:latin typeface="+mj-lt"/>
              </a:defRPr>
            </a:lvl6pPr>
            <a:lvl7pPr marL="2394213" indent="0" algn="l">
              <a:buNone/>
              <a:defRPr sz="1900">
                <a:solidFill>
                  <a:schemeClr val="bg1"/>
                </a:solidFill>
                <a:latin typeface="+mj-lt"/>
              </a:defRPr>
            </a:lvl7pPr>
            <a:lvl8pPr marL="2873055" indent="0" algn="l">
              <a:buNone/>
              <a:defRPr sz="1900">
                <a:solidFill>
                  <a:schemeClr val="bg1"/>
                </a:solidFill>
                <a:latin typeface="+mj-lt"/>
              </a:defRPr>
            </a:lvl8pPr>
            <a:lvl9pPr marL="3351897" indent="0" algn="l">
              <a:buNone/>
              <a:defRPr sz="19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41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402773" y="679824"/>
            <a:ext cx="3117273" cy="194236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 err="1"/>
              <a:t>www.pwc.com</a:t>
            </a:r>
            <a:endParaRPr lang="en-GB" noProof="0" dirty="0"/>
          </a:p>
        </p:txBody>
      </p:sp>
      <p:grpSp>
        <p:nvGrpSpPr>
          <p:cNvPr id="3" name="Group 41"/>
          <p:cNvGrpSpPr/>
          <p:nvPr/>
        </p:nvGrpSpPr>
        <p:grpSpPr>
          <a:xfrm>
            <a:off x="716973" y="8643471"/>
            <a:ext cx="685800" cy="776941"/>
            <a:chOff x="1051560" y="6781800"/>
            <a:chExt cx="1005840" cy="609600"/>
          </a:xfrm>
        </p:grpSpPr>
        <p:sp>
          <p:nvSpPr>
            <p:cNvPr id="43" name="Rectangle 37"/>
            <p:cNvSpPr>
              <a:spLocks noChangeArrowheads="1"/>
            </p:cNvSpPr>
            <p:nvPr userDrawn="1"/>
          </p:nvSpPr>
          <p:spPr bwMode="black">
            <a:xfrm>
              <a:off x="1648968" y="6781800"/>
              <a:ext cx="256032" cy="54864"/>
            </a:xfrm>
            <a:prstGeom prst="rect">
              <a:avLst/>
            </a:prstGeom>
            <a:solidFill>
              <a:srgbClr val="A10000"/>
            </a:solidFill>
            <a:ln w="0">
              <a:solidFill>
                <a:srgbClr val="A1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44" name="Freeform 7"/>
            <p:cNvSpPr>
              <a:spLocks noEditPoints="1"/>
            </p:cNvSpPr>
            <p:nvPr userDrawn="1"/>
          </p:nvSpPr>
          <p:spPr bwMode="black">
            <a:xfrm>
              <a:off x="1051560" y="7000790"/>
              <a:ext cx="1005840" cy="39061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</p:grpSp>
      <p:sp>
        <p:nvSpPr>
          <p:cNvPr id="66" name="Picture Placeholder 65"/>
          <p:cNvSpPr>
            <a:spLocks noGrp="1"/>
          </p:cNvSpPr>
          <p:nvPr>
            <p:ph type="pic" sz="quarter" idx="11"/>
          </p:nvPr>
        </p:nvSpPr>
        <p:spPr>
          <a:xfrm>
            <a:off x="1298865" y="4078942"/>
            <a:ext cx="4779818" cy="456452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grpSp>
        <p:nvGrpSpPr>
          <p:cNvPr id="17" name="Group 31"/>
          <p:cNvGrpSpPr/>
          <p:nvPr userDrawn="1"/>
        </p:nvGrpSpPr>
        <p:grpSpPr>
          <a:xfrm>
            <a:off x="291600" y="4092575"/>
            <a:ext cx="936000" cy="144000"/>
            <a:chOff x="489087" y="2521685"/>
            <a:chExt cx="1209752" cy="151219"/>
          </a:xfrm>
        </p:grpSpPr>
        <p:cxnSp>
          <p:nvCxnSpPr>
            <p:cNvPr id="18" name="Straight Connector 17"/>
            <p:cNvCxnSpPr/>
            <p:nvPr userDrawn="1"/>
          </p:nvCxnSpPr>
          <p:spPr>
            <a:xfrm rot="10800000">
              <a:off x="489087" y="2521686"/>
              <a:ext cx="1209752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 rot="5400000">
              <a:off x="413478" y="2597295"/>
              <a:ext cx="151219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 Placeholder 34"/>
          <p:cNvSpPr>
            <a:spLocks noGrp="1"/>
          </p:cNvSpPr>
          <p:nvPr>
            <p:ph type="body" sz="quarter" idx="12" hasCustomPrompt="1"/>
          </p:nvPr>
        </p:nvSpPr>
        <p:spPr>
          <a:xfrm>
            <a:off x="381983" y="4168775"/>
            <a:ext cx="808642" cy="860425"/>
          </a:xfrm>
        </p:spPr>
        <p:txBody>
          <a:bodyPr/>
          <a:lstStyle>
            <a:lvl1pPr>
              <a:defRPr i="1"/>
            </a:lvl1pPr>
          </a:lstStyle>
          <a:p>
            <a:pPr lvl="0"/>
            <a:r>
              <a:rPr lang="en-US" dirty="0"/>
              <a:t>[Client]</a:t>
            </a:r>
          </a:p>
          <a:p>
            <a:pPr lvl="0"/>
            <a:r>
              <a:rPr lang="en-US" dirty="0"/>
              <a:t>[Month/year]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19260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4"/>
          <p:cNvGrpSpPr/>
          <p:nvPr/>
        </p:nvGrpSpPr>
        <p:grpSpPr>
          <a:xfrm>
            <a:off x="1298864" y="0"/>
            <a:ext cx="5559137" cy="8643471"/>
            <a:chOff x="1905000" y="0"/>
            <a:chExt cx="8153400" cy="6781800"/>
          </a:xfrm>
        </p:grpSpPr>
        <p:sp>
          <p:nvSpPr>
            <p:cNvPr id="126" name="Rectangle 159"/>
            <p:cNvSpPr>
              <a:spLocks noChangeArrowheads="1"/>
            </p:cNvSpPr>
            <p:nvPr userDrawn="1"/>
          </p:nvSpPr>
          <p:spPr bwMode="gray">
            <a:xfrm>
              <a:off x="8915400" y="3200400"/>
              <a:ext cx="609600" cy="358140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127" name="Rectangle 153"/>
            <p:cNvSpPr>
              <a:spLocks noChangeArrowheads="1"/>
            </p:cNvSpPr>
            <p:nvPr/>
          </p:nvSpPr>
          <p:spPr bwMode="gray">
            <a:xfrm>
              <a:off x="9525000" y="3200400"/>
              <a:ext cx="533400" cy="3581400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128" name="Rectangle 156"/>
            <p:cNvSpPr>
              <a:spLocks noChangeArrowheads="1"/>
            </p:cNvSpPr>
            <p:nvPr/>
          </p:nvSpPr>
          <p:spPr bwMode="gray">
            <a:xfrm>
              <a:off x="1905000" y="0"/>
              <a:ext cx="6248400" cy="990600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129" name="Rectangle 160"/>
            <p:cNvSpPr>
              <a:spLocks noChangeArrowheads="1"/>
            </p:cNvSpPr>
            <p:nvPr userDrawn="1"/>
          </p:nvSpPr>
          <p:spPr bwMode="gray">
            <a:xfrm>
              <a:off x="8127647" y="3200400"/>
              <a:ext cx="787753" cy="3581400"/>
            </a:xfrm>
            <a:prstGeom prst="rect">
              <a:avLst/>
            </a:prstGeom>
            <a:solidFill>
              <a:srgbClr val="D139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130" name="Rectangle 129"/>
            <p:cNvSpPr/>
            <p:nvPr userDrawn="1"/>
          </p:nvSpPr>
          <p:spPr bwMode="gray">
            <a:xfrm>
              <a:off x="1905000" y="3195320"/>
              <a:ext cx="6248400" cy="3586480"/>
            </a:xfrm>
            <a:prstGeom prst="rect">
              <a:avLst/>
            </a:prstGeom>
            <a:solidFill>
              <a:srgbClr val="C2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57685"/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31" name="Rectangle 155"/>
            <p:cNvSpPr>
              <a:spLocks noChangeArrowheads="1"/>
            </p:cNvSpPr>
            <p:nvPr userDrawn="1"/>
          </p:nvSpPr>
          <p:spPr bwMode="gray">
            <a:xfrm>
              <a:off x="8127649" y="990600"/>
              <a:ext cx="787751" cy="2209800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132" name="Rectangle 158"/>
            <p:cNvSpPr>
              <a:spLocks noChangeArrowheads="1"/>
            </p:cNvSpPr>
            <p:nvPr userDrawn="1"/>
          </p:nvSpPr>
          <p:spPr bwMode="gray">
            <a:xfrm>
              <a:off x="1905000" y="990600"/>
              <a:ext cx="6248400" cy="2209800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</p:grp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402773" y="1456764"/>
            <a:ext cx="4052455" cy="1165413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the report’s main title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402774" y="2816411"/>
            <a:ext cx="4052454" cy="1165413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900">
                <a:solidFill>
                  <a:schemeClr val="bg1"/>
                </a:solidFill>
                <a:latin typeface="+mj-lt"/>
              </a:defRPr>
            </a:lvl2pPr>
            <a:lvl3pPr marL="478842" indent="0" algn="l">
              <a:buNone/>
              <a:defRPr sz="1900">
                <a:solidFill>
                  <a:schemeClr val="bg1"/>
                </a:solidFill>
                <a:latin typeface="+mj-lt"/>
              </a:defRPr>
            </a:lvl3pPr>
            <a:lvl4pPr marL="957685" indent="0" algn="l">
              <a:buNone/>
              <a:defRPr sz="1900">
                <a:solidFill>
                  <a:schemeClr val="bg1"/>
                </a:solidFill>
                <a:latin typeface="+mj-lt"/>
              </a:defRPr>
            </a:lvl4pPr>
            <a:lvl5pPr marL="1436527" indent="0" algn="l">
              <a:buNone/>
              <a:defRPr sz="1900">
                <a:solidFill>
                  <a:schemeClr val="bg1"/>
                </a:solidFill>
                <a:latin typeface="+mj-lt"/>
              </a:defRPr>
            </a:lvl5pPr>
            <a:lvl6pPr marL="1915370" indent="0" algn="l">
              <a:buNone/>
              <a:defRPr sz="1900">
                <a:solidFill>
                  <a:schemeClr val="bg1"/>
                </a:solidFill>
                <a:latin typeface="+mj-lt"/>
              </a:defRPr>
            </a:lvl6pPr>
            <a:lvl7pPr marL="2394213" indent="0" algn="l">
              <a:buNone/>
              <a:defRPr sz="1900">
                <a:solidFill>
                  <a:schemeClr val="bg1"/>
                </a:solidFill>
                <a:latin typeface="+mj-lt"/>
              </a:defRPr>
            </a:lvl7pPr>
            <a:lvl8pPr marL="2873055" indent="0" algn="l">
              <a:buNone/>
              <a:defRPr sz="1900">
                <a:solidFill>
                  <a:schemeClr val="bg1"/>
                </a:solidFill>
                <a:latin typeface="+mj-lt"/>
              </a:defRPr>
            </a:lvl8pPr>
            <a:lvl9pPr marL="3351897" indent="0" algn="l">
              <a:buNone/>
              <a:defRPr sz="19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21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402773" y="679824"/>
            <a:ext cx="3117273" cy="194236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 err="1"/>
              <a:t>www.pwc.com</a:t>
            </a:r>
            <a:endParaRPr lang="en-GB" noProof="0" dirty="0"/>
          </a:p>
        </p:txBody>
      </p:sp>
      <p:grpSp>
        <p:nvGrpSpPr>
          <p:cNvPr id="3" name="Group 59"/>
          <p:cNvGrpSpPr/>
          <p:nvPr/>
        </p:nvGrpSpPr>
        <p:grpSpPr>
          <a:xfrm>
            <a:off x="716973" y="8643471"/>
            <a:ext cx="685800" cy="776941"/>
            <a:chOff x="1051560" y="6781800"/>
            <a:chExt cx="1005840" cy="609600"/>
          </a:xfrm>
        </p:grpSpPr>
        <p:sp>
          <p:nvSpPr>
            <p:cNvPr id="19" name="Rectangle 37"/>
            <p:cNvSpPr>
              <a:spLocks noChangeArrowheads="1"/>
            </p:cNvSpPr>
            <p:nvPr userDrawn="1"/>
          </p:nvSpPr>
          <p:spPr bwMode="black">
            <a:xfrm>
              <a:off x="1648968" y="6781800"/>
              <a:ext cx="256032" cy="54864"/>
            </a:xfrm>
            <a:prstGeom prst="rect">
              <a:avLst/>
            </a:prstGeom>
            <a:solidFill>
              <a:srgbClr val="A10000"/>
            </a:solidFill>
            <a:ln w="0">
              <a:solidFill>
                <a:srgbClr val="A1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black">
            <a:xfrm>
              <a:off x="1051560" y="7000790"/>
              <a:ext cx="1005840" cy="39061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Group 31"/>
          <p:cNvGrpSpPr/>
          <p:nvPr userDrawn="1"/>
        </p:nvGrpSpPr>
        <p:grpSpPr>
          <a:xfrm>
            <a:off x="291600" y="4092575"/>
            <a:ext cx="936000" cy="144000"/>
            <a:chOff x="489087" y="2521685"/>
            <a:chExt cx="1209752" cy="151219"/>
          </a:xfrm>
        </p:grpSpPr>
        <p:cxnSp>
          <p:nvCxnSpPr>
            <p:cNvPr id="17" name="Straight Connector 16"/>
            <p:cNvCxnSpPr/>
            <p:nvPr userDrawn="1"/>
          </p:nvCxnSpPr>
          <p:spPr>
            <a:xfrm rot="10800000">
              <a:off x="489087" y="2521686"/>
              <a:ext cx="1209752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 rot="5400000">
              <a:off x="413478" y="2597295"/>
              <a:ext cx="151219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 Placeholder 34"/>
          <p:cNvSpPr>
            <a:spLocks noGrp="1"/>
          </p:cNvSpPr>
          <p:nvPr>
            <p:ph type="body" sz="quarter" idx="12" hasCustomPrompt="1"/>
          </p:nvPr>
        </p:nvSpPr>
        <p:spPr>
          <a:xfrm>
            <a:off x="381983" y="4168775"/>
            <a:ext cx="808642" cy="860425"/>
          </a:xfrm>
        </p:spPr>
        <p:txBody>
          <a:bodyPr/>
          <a:lstStyle>
            <a:lvl1pPr>
              <a:defRPr i="1"/>
            </a:lvl1pPr>
          </a:lstStyle>
          <a:p>
            <a:pPr lvl="0"/>
            <a:r>
              <a:rPr lang="en-US" dirty="0"/>
              <a:t>[Client]</a:t>
            </a:r>
          </a:p>
          <a:p>
            <a:pPr lvl="0"/>
            <a:r>
              <a:rPr lang="en-US" dirty="0"/>
              <a:t>[Month/year]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05017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381001" y="2495550"/>
            <a:ext cx="2743200" cy="1295400"/>
          </a:xfrm>
        </p:spPr>
        <p:txBody>
          <a:bodyPr/>
          <a:lstStyle>
            <a:lvl1pPr algn="l">
              <a:defRPr sz="2000" b="1" i="1">
                <a:solidFill>
                  <a:schemeClr val="accent1"/>
                </a:solidFill>
              </a:defRPr>
            </a:lvl1pPr>
            <a:lvl2pPr>
              <a:defRPr sz="1800" b="1" i="1"/>
            </a:lvl2pPr>
            <a:lvl3pPr>
              <a:defRPr sz="1800" b="1" i="1"/>
            </a:lvl3pPr>
            <a:lvl4pPr>
              <a:defRPr sz="1800" b="1" i="1"/>
            </a:lvl4pPr>
            <a:lvl5pPr>
              <a:defRPr sz="1800" b="1" i="1"/>
            </a:lvl5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  <p:cxnSp>
        <p:nvCxnSpPr>
          <p:cNvPr id="10" name="Shape 9"/>
          <p:cNvCxnSpPr/>
          <p:nvPr userDrawn="1"/>
        </p:nvCxnSpPr>
        <p:spPr>
          <a:xfrm rot="5400000" flipH="1" flipV="1">
            <a:off x="1712734" y="931683"/>
            <a:ext cx="220132" cy="3060000"/>
          </a:xfrm>
          <a:prstGeom prst="bentConnector2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381001" y="1524000"/>
            <a:ext cx="914400" cy="685800"/>
          </a:xfrm>
        </p:spPr>
        <p:txBody>
          <a:bodyPr/>
          <a:lstStyle>
            <a:lvl1pPr algn="l">
              <a:defRPr sz="4800" b="1" i="0">
                <a:solidFill>
                  <a:schemeClr val="accent1"/>
                </a:solidFill>
              </a:defRPr>
            </a:lvl1pPr>
            <a:lvl2pPr>
              <a:defRPr sz="1800" b="1" i="1"/>
            </a:lvl2pPr>
            <a:lvl3pPr>
              <a:defRPr sz="1800" b="1" i="1"/>
            </a:lvl3pPr>
            <a:lvl4pPr>
              <a:defRPr sz="1800" b="1" i="1"/>
            </a:lvl4pPr>
            <a:lvl5pPr>
              <a:defRPr sz="1800" b="1" i="1"/>
            </a:lvl5pPr>
          </a:lstStyle>
          <a:p>
            <a:pPr lvl="0"/>
            <a:r>
              <a:rPr lang="en-US" dirty="0"/>
              <a:t>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605450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hree_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2476500" y="1524003"/>
            <a:ext cx="1920875" cy="7543797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562475" y="1524000"/>
            <a:ext cx="1914525" cy="7543799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  <p:sp>
        <p:nvSpPr>
          <p:cNvPr id="9" name="Rectangle 8"/>
          <p:cNvSpPr/>
          <p:nvPr userDrawn="1"/>
        </p:nvSpPr>
        <p:spPr bwMode="ltGray">
          <a:xfrm>
            <a:off x="0" y="1524000"/>
            <a:ext cx="2266950" cy="2757488"/>
          </a:xfrm>
          <a:prstGeom prst="rect">
            <a:avLst/>
          </a:prstGeom>
          <a:solidFill>
            <a:schemeClr val="tx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solidFill>
                <a:srgbClr val="FFFFFF"/>
              </a:solidFill>
              <a:latin typeface="Georgia" pitchFamily="18" charset="0"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6"/>
          </p:nvPr>
        </p:nvSpPr>
        <p:spPr>
          <a:xfrm>
            <a:off x="381000" y="4572000"/>
            <a:ext cx="1905000" cy="4495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363538" y="2819400"/>
            <a:ext cx="1693862" cy="1295400"/>
          </a:xfrm>
        </p:spPr>
        <p:txBody>
          <a:bodyPr/>
          <a:lstStyle>
            <a:lvl1pPr algn="l">
              <a:defRPr sz="1800" b="1" i="1">
                <a:solidFill>
                  <a:schemeClr val="bg1"/>
                </a:solidFill>
              </a:defRPr>
            </a:lvl1pPr>
            <a:lvl2pPr>
              <a:defRPr sz="1800" b="1" i="1"/>
            </a:lvl2pPr>
            <a:lvl3pPr>
              <a:defRPr sz="1800" b="1" i="1"/>
            </a:lvl3pPr>
            <a:lvl4pPr>
              <a:defRPr sz="1800" b="1" i="1"/>
            </a:lvl4pPr>
            <a:lvl5pPr>
              <a:defRPr sz="1800" b="1" i="1"/>
            </a:lvl5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3286705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: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1524000"/>
            <a:ext cx="1904999" cy="75438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2476500" y="1524000"/>
            <a:ext cx="1920875" cy="36576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562475" y="1523996"/>
            <a:ext cx="1914525" cy="3657601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  <p:sp>
        <p:nvSpPr>
          <p:cNvPr id="7" name="Content Placeholder 26"/>
          <p:cNvSpPr>
            <a:spLocks noGrp="1"/>
          </p:cNvSpPr>
          <p:nvPr>
            <p:ph sz="quarter" idx="16"/>
          </p:nvPr>
        </p:nvSpPr>
        <p:spPr>
          <a:xfrm>
            <a:off x="2476500" y="5410201"/>
            <a:ext cx="1920875" cy="36576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8" name="Content Placeholder 26"/>
          <p:cNvSpPr>
            <a:spLocks noGrp="1"/>
          </p:cNvSpPr>
          <p:nvPr>
            <p:ph sz="quarter" idx="17"/>
          </p:nvPr>
        </p:nvSpPr>
        <p:spPr>
          <a:xfrm>
            <a:off x="4562475" y="5410197"/>
            <a:ext cx="1914525" cy="3657601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49121431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1524000"/>
            <a:ext cx="1904999" cy="75438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2476500" y="1523999"/>
            <a:ext cx="1920875" cy="7543801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562475" y="1523996"/>
            <a:ext cx="1914525" cy="7543804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666439500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1524000"/>
            <a:ext cx="2914649" cy="75438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3547776" y="1523996"/>
            <a:ext cx="2929224" cy="7543804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3200121520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: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1524000"/>
            <a:ext cx="2914649" cy="75438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3547776" y="1523996"/>
            <a:ext cx="2929224" cy="7543804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63682" y="1219200"/>
            <a:ext cx="6113318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381000" y="990600"/>
            <a:ext cx="4035425" cy="1524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0234758"/>
      </p:ext>
    </p:extLst>
  </p:cSld>
  <p:clrMapOvr>
    <a:masterClrMapping/>
  </p:clrMapOvr>
  <p:hf hd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: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2914650"/>
            <a:ext cx="1676399" cy="6153151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2476500" y="2914649"/>
            <a:ext cx="4000500" cy="6153151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63682" y="1219200"/>
            <a:ext cx="6113318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381000" y="990600"/>
            <a:ext cx="4035425" cy="1524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3047807"/>
      </p:ext>
    </p:extLst>
  </p:cSld>
  <p:clrMapOvr>
    <a:masterClrMapping/>
  </p:clrMapOvr>
  <p:hf hd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: CV (page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2914650"/>
            <a:ext cx="2914649" cy="615315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3547776" y="2914646"/>
            <a:ext cx="2929224" cy="6153153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63682" y="1219200"/>
            <a:ext cx="6113318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381000" y="990600"/>
            <a:ext cx="4035425" cy="1524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055747"/>
      </p:ext>
    </p:extLst>
  </p:cSld>
  <p:clrMapOvr>
    <a:masterClrMapping/>
  </p:clrMapOvr>
  <p:hf hd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: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1524000"/>
            <a:ext cx="1904999" cy="75438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2476500" y="1523999"/>
            <a:ext cx="1920875" cy="7543801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562475" y="1523996"/>
            <a:ext cx="1914525" cy="7543804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63682" y="1219200"/>
            <a:ext cx="6113318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381000" y="990600"/>
            <a:ext cx="4035425" cy="1524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9369652"/>
      </p:ext>
    </p:extLst>
  </p:cSld>
  <p:clrMapOvr>
    <a:masterClrMapping/>
  </p:clrMapOvr>
  <p:hf hd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 with 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1863" y="1456764"/>
            <a:ext cx="4052455" cy="1165413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1"/>
              <a:t>Click to edit Master title style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2441863" y="2816414"/>
            <a:ext cx="4052455" cy="563282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 noProof="1"/>
              <a:t>Click to edit Master text styles</a:t>
            </a:r>
          </a:p>
          <a:p>
            <a:pPr lvl="1"/>
            <a:r>
              <a:rPr lang="en-GB" noProof="1"/>
              <a:t>Second level</a:t>
            </a:r>
          </a:p>
          <a:p>
            <a:pPr lvl="2"/>
            <a:r>
              <a:rPr lang="en-GB" noProof="1"/>
              <a:t>Third level</a:t>
            </a:r>
          </a:p>
          <a:p>
            <a:pPr lvl="3"/>
            <a:r>
              <a:rPr lang="en-GB" noProof="1"/>
              <a:t>Fourth level</a:t>
            </a:r>
          </a:p>
          <a:p>
            <a:pPr lvl="4"/>
            <a:r>
              <a:rPr lang="en-GB" noProof="1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363682" y="2816412"/>
            <a:ext cx="1974273" cy="2719294"/>
          </a:xfrm>
        </p:spPr>
        <p:txBody>
          <a:bodyPr/>
          <a:lstStyle>
            <a:lvl1pPr>
              <a:defRPr sz="1900" b="1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1"/>
              <a:t>Click to edit Master text styles</a:t>
            </a:r>
          </a:p>
        </p:txBody>
      </p:sp>
      <p:cxnSp>
        <p:nvCxnSpPr>
          <p:cNvPr id="30" name="Shape 29"/>
          <p:cNvCxnSpPr/>
          <p:nvPr/>
        </p:nvCxnSpPr>
        <p:spPr>
          <a:xfrm rot="5400000" flipH="1" flipV="1">
            <a:off x="4307110" y="-609506"/>
            <a:ext cx="220132" cy="4158442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000000"/>
                </a:solidFill>
              </a:rPr>
              <a:t>July 2013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18166971"/>
      </p:ext>
    </p:extLst>
  </p:cSld>
  <p:clrMapOvr>
    <a:masterClrMapping/>
  </p:clrMapOvr>
  <p:hf hdr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14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000000"/>
                </a:solidFill>
              </a:rPr>
              <a:t>July 2013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1200067717"/>
      </p:ext>
    </p:extLst>
  </p:cSld>
  <p:clrMapOvr>
    <a:masterClrMapping/>
  </p:clrMapOvr>
  <p:hf hd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14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440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63682" y="2816414"/>
            <a:ext cx="6130637" cy="563282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cxnSp>
        <p:nvCxnSpPr>
          <p:cNvPr id="25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000000"/>
                </a:solidFill>
              </a:rPr>
              <a:t>July 2013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9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4142619165"/>
      </p:ext>
    </p:extLst>
  </p:cSld>
  <p:clrMapOvr>
    <a:masterClrMapping/>
  </p:clrMapOvr>
  <p:hf hdr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1793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000000"/>
                </a:solidFill>
              </a:rPr>
              <a:t>July 2013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3149146021"/>
      </p:ext>
    </p:extLst>
  </p:cSld>
  <p:clrMapOvr>
    <a:masterClrMapping/>
  </p:clrMapOvr>
  <p:hf hd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6"/>
          <p:cNvSpPr>
            <a:spLocks noGrp="1"/>
          </p:cNvSpPr>
          <p:nvPr>
            <p:ph sz="quarter" idx="15"/>
          </p:nvPr>
        </p:nvSpPr>
        <p:spPr>
          <a:xfrm>
            <a:off x="363682" y="2816414"/>
            <a:ext cx="6130637" cy="5632823"/>
          </a:xfrm>
        </p:spPr>
        <p:txBody>
          <a:bodyPr/>
          <a:lstStyle>
            <a:lvl1pPr>
              <a:defRPr sz="3000" baseline="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3000">
                <a:solidFill>
                  <a:schemeClr val="tx2"/>
                </a:solidFill>
              </a:defRPr>
            </a:lvl2pPr>
            <a:lvl3pPr>
              <a:buClr>
                <a:schemeClr val="tx2"/>
              </a:buClr>
              <a:defRPr sz="3000">
                <a:solidFill>
                  <a:schemeClr val="tx2"/>
                </a:solidFill>
              </a:defRPr>
            </a:lvl3pPr>
            <a:lvl4pPr>
              <a:buClr>
                <a:schemeClr val="tx2"/>
              </a:buClr>
              <a:defRPr sz="30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3000">
                <a:solidFill>
                  <a:schemeClr val="tx2"/>
                </a:solidFill>
              </a:defRPr>
            </a:lvl5pPr>
            <a:lvl6pPr>
              <a:buClr>
                <a:schemeClr val="tx2"/>
              </a:buClr>
              <a:defRPr sz="3400" baseline="0">
                <a:solidFill>
                  <a:schemeClr val="tx2"/>
                </a:solidFill>
              </a:defRPr>
            </a:lvl6pPr>
            <a:lvl7pPr>
              <a:buClr>
                <a:schemeClr val="tx2"/>
              </a:buClr>
              <a:buAutoNum type="alphaLcPeriod"/>
              <a:defRPr sz="3400" baseline="0">
                <a:solidFill>
                  <a:schemeClr val="tx2"/>
                </a:solidFill>
              </a:defRPr>
            </a:lvl7pPr>
            <a:lvl8pPr>
              <a:buClr>
                <a:schemeClr val="tx2"/>
              </a:buClr>
              <a:buNone/>
              <a:defRPr sz="3400">
                <a:solidFill>
                  <a:schemeClr val="tx2"/>
                </a:solidFill>
              </a:defRPr>
            </a:lvl8pPr>
            <a:lvl9pPr>
              <a:defRPr sz="3400"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17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000000"/>
                </a:solidFill>
              </a:rPr>
              <a:t>July 2013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3956301682"/>
      </p:ext>
    </p:extLst>
  </p:cSld>
  <p:clrMapOvr>
    <a:masterClrMapping/>
  </p:clrMapOvr>
  <p:hf hd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6"/>
          <p:cNvSpPr>
            <a:spLocks noGrp="1"/>
          </p:cNvSpPr>
          <p:nvPr>
            <p:ph sz="quarter" idx="15"/>
          </p:nvPr>
        </p:nvSpPr>
        <p:spPr>
          <a:xfrm>
            <a:off x="363682" y="2816414"/>
            <a:ext cx="6130637" cy="5632823"/>
          </a:xfrm>
        </p:spPr>
        <p:txBody>
          <a:bodyPr/>
          <a:lstStyle>
            <a:lvl1pPr>
              <a:defRPr sz="300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3000">
                <a:solidFill>
                  <a:schemeClr val="bg1"/>
                </a:solidFill>
              </a:defRPr>
            </a:lvl2pPr>
            <a:lvl3pPr>
              <a:buClr>
                <a:schemeClr val="tx2"/>
              </a:buClr>
              <a:defRPr sz="30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30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300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 sz="3000" baseline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buAutoNum type="alphaLcPeriod"/>
              <a:defRPr sz="3000" baseline="0">
                <a:solidFill>
                  <a:schemeClr val="bg1"/>
                </a:solidFill>
              </a:defRPr>
            </a:lvl7pPr>
            <a:lvl8pPr marL="644645" indent="-214882">
              <a:buClr>
                <a:schemeClr val="bg1"/>
              </a:buClr>
              <a:buFont typeface="+mj-lt"/>
              <a:buAutoNum type="romanLcPeriod"/>
              <a:defRPr sz="3000">
                <a:solidFill>
                  <a:schemeClr val="bg1"/>
                </a:solidFill>
              </a:defRPr>
            </a:lvl8pPr>
            <a:lvl9pPr>
              <a:defRPr sz="30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17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</a:rPr>
              <a:t>July 2013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1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FFFFFF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4003239190"/>
      </p:ext>
    </p:extLst>
  </p:cSld>
  <p:clrMapOvr>
    <a:masterClrMapping/>
  </p:clrMapOvr>
  <p:hf hd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363682" y="1651001"/>
            <a:ext cx="6130637" cy="582706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58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3682" y="2233706"/>
            <a:ext cx="6130637" cy="58270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000">
                <a:solidFill>
                  <a:schemeClr val="tx1"/>
                </a:solidFill>
              </a:defRPr>
            </a:lvl1pPr>
            <a:lvl2pPr marL="478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5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Click to edit Master subtitle style</a:t>
            </a:r>
            <a:endParaRPr lang="en-GB" noProof="0" dirty="0"/>
          </a:p>
        </p:txBody>
      </p:sp>
      <p:cxnSp>
        <p:nvCxnSpPr>
          <p:cNvPr id="9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000000"/>
                </a:solidFill>
              </a:rPr>
              <a:t>July 2013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2833702279"/>
      </p:ext>
    </p:extLst>
  </p:cSld>
  <p:clrMapOvr>
    <a:masterClrMapping/>
  </p:clrMapOvr>
  <p:hf hd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363682" y="1651001"/>
            <a:ext cx="6130637" cy="582706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58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3682" y="2233706"/>
            <a:ext cx="6130637" cy="58270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 marL="478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5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Click to edit Master subtitle style</a:t>
            </a:r>
            <a:endParaRPr lang="en-GB" noProof="0" dirty="0"/>
          </a:p>
        </p:txBody>
      </p:sp>
      <p:cxnSp>
        <p:nvCxnSpPr>
          <p:cNvPr id="9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</a:rPr>
              <a:t>July 2013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1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FFFFFF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2959678411"/>
      </p:ext>
    </p:extLst>
  </p:cSld>
  <p:clrMapOvr>
    <a:masterClrMapping/>
  </p:clrMapOvr>
  <p:hf hd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lour with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363682" y="1651001"/>
            <a:ext cx="6130637" cy="582706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58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3682" y="2233706"/>
            <a:ext cx="6130637" cy="58270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 marL="478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5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Click to edit Master subtitle style</a:t>
            </a:r>
            <a:endParaRPr lang="en-GB" noProof="0" dirty="0"/>
          </a:p>
        </p:txBody>
      </p:sp>
      <p:cxnSp>
        <p:nvCxnSpPr>
          <p:cNvPr id="9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11" name="Content Placeholder 19"/>
          <p:cNvSpPr>
            <a:spLocks noGrp="1"/>
          </p:cNvSpPr>
          <p:nvPr>
            <p:ph sz="quarter" idx="13"/>
          </p:nvPr>
        </p:nvSpPr>
        <p:spPr>
          <a:xfrm>
            <a:off x="363684" y="3787590"/>
            <a:ext cx="3013364" cy="46616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</a:rPr>
              <a:t>July 2013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FFFFFF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3411369497"/>
      </p:ext>
    </p:extLst>
  </p:cSld>
  <p:clrMapOvr>
    <a:masterClrMapping/>
  </p:clrMapOvr>
  <p:hf hd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Explanatory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363684" y="2622550"/>
            <a:ext cx="5195742" cy="6445250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3682" y="1459192"/>
            <a:ext cx="6130637" cy="2934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12" name="Shape 24"/>
          <p:cNvCxnSpPr/>
          <p:nvPr/>
        </p:nvCxnSpPr>
        <p:spPr>
          <a:xfrm flipV="1">
            <a:off x="285000" y="1362074"/>
            <a:ext cx="6192000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96400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5" name="PwCFirm"/>
          <p:cNvSpPr txBox="1"/>
          <p:nvPr userDrawn="1"/>
        </p:nvSpPr>
        <p:spPr>
          <a:xfrm>
            <a:off x="363683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3602263912"/>
      </p:ext>
    </p:extLst>
  </p:cSld>
  <p:clrMapOvr>
    <a:masterClrMapping/>
  </p:clrMapOvr>
  <p:hf hdr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363682" y="8449237"/>
            <a:ext cx="3117273" cy="971177"/>
          </a:xfrm>
        </p:spPr>
        <p:txBody>
          <a:bodyPr anchor="b"/>
          <a:lstStyle>
            <a:lvl1pPr algn="l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/>
              <a:t>Add legal and copyright disclaimers here.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6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3265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: Colour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hape 24"/>
          <p:cNvCxnSpPr/>
          <p:nvPr/>
        </p:nvCxnSpPr>
        <p:spPr>
          <a:xfrm flipV="1">
            <a:off x="259775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</a:rPr>
              <a:t>Deriving value from your audit</a:t>
            </a:r>
          </a:p>
        </p:txBody>
      </p:sp>
      <p:sp>
        <p:nvSpPr>
          <p:cNvPr id="11" name="Content Placeholder 19"/>
          <p:cNvSpPr>
            <a:spLocks noGrp="1"/>
          </p:cNvSpPr>
          <p:nvPr>
            <p:ph sz="quarter" idx="13"/>
          </p:nvPr>
        </p:nvSpPr>
        <p:spPr>
          <a:xfrm>
            <a:off x="381000" y="1524000"/>
            <a:ext cx="2995614" cy="30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</a:rPr>
              <a:t>July 2013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363683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FFFFFF"/>
                </a:solidFill>
                <a:cs typeface="Arial" pitchFamily="34" charset="0"/>
              </a:rPr>
              <a:t>PwC</a:t>
            </a:r>
          </a:p>
        </p:txBody>
      </p:sp>
      <p:cxnSp>
        <p:nvCxnSpPr>
          <p:cNvPr id="8" name="Shape 24"/>
          <p:cNvCxnSpPr/>
          <p:nvPr userDrawn="1"/>
        </p:nvCxnSpPr>
        <p:spPr>
          <a:xfrm flipV="1">
            <a:off x="279600" y="1359648"/>
            <a:ext cx="4212000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19"/>
          <p:cNvSpPr>
            <a:spLocks noGrp="1"/>
          </p:cNvSpPr>
          <p:nvPr>
            <p:ph sz="quarter" idx="14"/>
          </p:nvPr>
        </p:nvSpPr>
        <p:spPr>
          <a:xfrm>
            <a:off x="3483600" y="1524000"/>
            <a:ext cx="2995614" cy="30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285940"/>
      </p:ext>
    </p:extLst>
  </p:cSld>
  <p:clrMapOvr>
    <a:masterClrMapping/>
  </p:clrMapOvr>
  <p:hf hd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: Colour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hape 24"/>
          <p:cNvCxnSpPr/>
          <p:nvPr/>
        </p:nvCxnSpPr>
        <p:spPr>
          <a:xfrm flipV="1">
            <a:off x="259775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</a:rPr>
              <a:t>Deriving value from your audit</a:t>
            </a:r>
          </a:p>
        </p:txBody>
      </p:sp>
      <p:sp>
        <p:nvSpPr>
          <p:cNvPr id="11" name="Content Placeholder 19"/>
          <p:cNvSpPr>
            <a:spLocks noGrp="1"/>
          </p:cNvSpPr>
          <p:nvPr>
            <p:ph sz="quarter" idx="13"/>
          </p:nvPr>
        </p:nvSpPr>
        <p:spPr>
          <a:xfrm>
            <a:off x="3012931" y="2590800"/>
            <a:ext cx="3013364" cy="30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</a:rPr>
              <a:t>July 2013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363683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FFFFFF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1083872785"/>
      </p:ext>
    </p:extLst>
  </p:cSld>
  <p:clrMapOvr>
    <a:masterClrMapping/>
  </p:clrMapOvr>
  <p:hf hd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: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524000" y="990600"/>
            <a:ext cx="5105400" cy="8069114"/>
            <a:chOff x="1737819" y="1070601"/>
            <a:chExt cx="5044633" cy="8114987"/>
          </a:xfrm>
        </p:grpSpPr>
        <p:sp>
          <p:nvSpPr>
            <p:cNvPr id="27" name="Rectangle 649"/>
            <p:cNvSpPr>
              <a:spLocks noChangeArrowheads="1"/>
            </p:cNvSpPr>
            <p:nvPr/>
          </p:nvSpPr>
          <p:spPr bwMode="gray">
            <a:xfrm>
              <a:off x="5169974" y="1434753"/>
              <a:ext cx="1612478" cy="7750834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5768" tIns="47884" rIns="95768" bIns="47884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8" name="Rectangle 648"/>
            <p:cNvSpPr>
              <a:spLocks noChangeArrowheads="1"/>
            </p:cNvSpPr>
            <p:nvPr/>
          </p:nvSpPr>
          <p:spPr bwMode="gray">
            <a:xfrm>
              <a:off x="1737820" y="1070601"/>
              <a:ext cx="4629352" cy="44078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5768" tIns="47884" rIns="95768" bIns="47884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9" name="Rectangle 650"/>
            <p:cNvSpPr>
              <a:spLocks noChangeArrowheads="1"/>
            </p:cNvSpPr>
            <p:nvPr/>
          </p:nvSpPr>
          <p:spPr bwMode="gray">
            <a:xfrm>
              <a:off x="1737819" y="1434751"/>
              <a:ext cx="4629353" cy="7750837"/>
            </a:xfrm>
            <a:prstGeom prst="rect">
              <a:avLst/>
            </a:prstGeom>
            <a:solidFill>
              <a:schemeClr val="tx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5768" tIns="47884" rIns="95768" bIns="47884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676400" y="1513541"/>
            <a:ext cx="4052455" cy="84865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the report’s main title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676401" y="2568387"/>
            <a:ext cx="4052454" cy="1165413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900">
                <a:solidFill>
                  <a:schemeClr val="bg1"/>
                </a:solidFill>
                <a:latin typeface="+mj-lt"/>
              </a:defRPr>
            </a:lvl2pPr>
            <a:lvl3pPr marL="478842" indent="0" algn="l">
              <a:buNone/>
              <a:defRPr sz="1900">
                <a:solidFill>
                  <a:schemeClr val="bg1"/>
                </a:solidFill>
                <a:latin typeface="+mj-lt"/>
              </a:defRPr>
            </a:lvl3pPr>
            <a:lvl4pPr marL="957685" indent="0" algn="l">
              <a:buNone/>
              <a:defRPr sz="1900">
                <a:solidFill>
                  <a:schemeClr val="bg1"/>
                </a:solidFill>
                <a:latin typeface="+mj-lt"/>
              </a:defRPr>
            </a:lvl4pPr>
            <a:lvl5pPr marL="1436527" indent="0" algn="l">
              <a:buNone/>
              <a:defRPr sz="1900">
                <a:solidFill>
                  <a:schemeClr val="bg1"/>
                </a:solidFill>
                <a:latin typeface="+mj-lt"/>
              </a:defRPr>
            </a:lvl5pPr>
            <a:lvl6pPr marL="1915370" indent="0" algn="l">
              <a:buNone/>
              <a:defRPr sz="1900">
                <a:solidFill>
                  <a:schemeClr val="bg1"/>
                </a:solidFill>
                <a:latin typeface="+mj-lt"/>
              </a:defRPr>
            </a:lvl6pPr>
            <a:lvl7pPr marL="2394213" indent="0" algn="l">
              <a:buNone/>
              <a:defRPr sz="1900">
                <a:solidFill>
                  <a:schemeClr val="bg1"/>
                </a:solidFill>
                <a:latin typeface="+mj-lt"/>
              </a:defRPr>
            </a:lvl7pPr>
            <a:lvl8pPr marL="2873055" indent="0" algn="l">
              <a:buNone/>
              <a:defRPr sz="1900">
                <a:solidFill>
                  <a:schemeClr val="bg1"/>
                </a:solidFill>
                <a:latin typeface="+mj-lt"/>
              </a:defRPr>
            </a:lvl8pPr>
            <a:lvl9pPr marL="3351897" indent="0" algn="l">
              <a:buNone/>
              <a:defRPr sz="19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19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676400" y="228600"/>
            <a:ext cx="3117273" cy="19423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/>
              <a:t>www.pwc.com/my</a:t>
            </a:r>
          </a:p>
        </p:txBody>
      </p:sp>
      <p:grpSp>
        <p:nvGrpSpPr>
          <p:cNvPr id="23" name="Group 59"/>
          <p:cNvGrpSpPr>
            <a:grpSpLocks/>
          </p:cNvGrpSpPr>
          <p:nvPr userDrawn="1"/>
        </p:nvGrpSpPr>
        <p:grpSpPr bwMode="auto">
          <a:xfrm>
            <a:off x="704850" y="9059715"/>
            <a:ext cx="930100" cy="549707"/>
            <a:chOff x="1051560" y="6768750"/>
            <a:chExt cx="1005840" cy="609595"/>
          </a:xfrm>
        </p:grpSpPr>
        <p:sp>
          <p:nvSpPr>
            <p:cNvPr id="24" name="Rectangle 37"/>
            <p:cNvSpPr>
              <a:spLocks noChangeArrowheads="1"/>
            </p:cNvSpPr>
            <p:nvPr/>
          </p:nvSpPr>
          <p:spPr bwMode="black">
            <a:xfrm>
              <a:off x="1667653" y="6768750"/>
              <a:ext cx="256032" cy="70893"/>
            </a:xfrm>
            <a:prstGeom prst="rect">
              <a:avLst/>
            </a:prstGeom>
            <a:solidFill>
              <a:schemeClr val="accent1"/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5" name="Freeform 7"/>
            <p:cNvSpPr>
              <a:spLocks noEditPoints="1"/>
            </p:cNvSpPr>
            <p:nvPr/>
          </p:nvSpPr>
          <p:spPr bwMode="black">
            <a:xfrm>
              <a:off x="1051560" y="6987736"/>
              <a:ext cx="1005840" cy="390609"/>
            </a:xfrm>
            <a:custGeom>
              <a:avLst/>
              <a:gdLst>
                <a:gd name="T0" fmla="*/ 2147483647 w 4127"/>
                <a:gd name="T1" fmla="*/ 2147483647 h 1544"/>
                <a:gd name="T2" fmla="*/ 2147483647 w 4127"/>
                <a:gd name="T3" fmla="*/ 2147483647 h 1544"/>
                <a:gd name="T4" fmla="*/ 2147483647 w 4127"/>
                <a:gd name="T5" fmla="*/ 2147483647 h 1544"/>
                <a:gd name="T6" fmla="*/ 2147483647 w 4127"/>
                <a:gd name="T7" fmla="*/ 2147483647 h 1544"/>
                <a:gd name="T8" fmla="*/ 2147483647 w 4127"/>
                <a:gd name="T9" fmla="*/ 2147483647 h 1544"/>
                <a:gd name="T10" fmla="*/ 2147483647 w 4127"/>
                <a:gd name="T11" fmla="*/ 2147483647 h 1544"/>
                <a:gd name="T12" fmla="*/ 2147483647 w 4127"/>
                <a:gd name="T13" fmla="*/ 2147483647 h 1544"/>
                <a:gd name="T14" fmla="*/ 2147483647 w 4127"/>
                <a:gd name="T15" fmla="*/ 2147483647 h 1544"/>
                <a:gd name="T16" fmla="*/ 2147483647 w 4127"/>
                <a:gd name="T17" fmla="*/ 2147483647 h 1544"/>
                <a:gd name="T18" fmla="*/ 2147483647 w 4127"/>
                <a:gd name="T19" fmla="*/ 2147483647 h 1544"/>
                <a:gd name="T20" fmla="*/ 2147483647 w 4127"/>
                <a:gd name="T21" fmla="*/ 2147483647 h 1544"/>
                <a:gd name="T22" fmla="*/ 2147483647 w 4127"/>
                <a:gd name="T23" fmla="*/ 2147483647 h 1544"/>
                <a:gd name="T24" fmla="*/ 2147483647 w 4127"/>
                <a:gd name="T25" fmla="*/ 2147483647 h 1544"/>
                <a:gd name="T26" fmla="*/ 2147483647 w 4127"/>
                <a:gd name="T27" fmla="*/ 2147483647 h 1544"/>
                <a:gd name="T28" fmla="*/ 2147483647 w 4127"/>
                <a:gd name="T29" fmla="*/ 2147483647 h 1544"/>
                <a:gd name="T30" fmla="*/ 2147483647 w 4127"/>
                <a:gd name="T31" fmla="*/ 2147483647 h 1544"/>
                <a:gd name="T32" fmla="*/ 2147483647 w 4127"/>
                <a:gd name="T33" fmla="*/ 2147483647 h 1544"/>
                <a:gd name="T34" fmla="*/ 2147483647 w 4127"/>
                <a:gd name="T35" fmla="*/ 2147483647 h 1544"/>
                <a:gd name="T36" fmla="*/ 2147483647 w 4127"/>
                <a:gd name="T37" fmla="*/ 2147483647 h 1544"/>
                <a:gd name="T38" fmla="*/ 2147483647 w 4127"/>
                <a:gd name="T39" fmla="*/ 2147483647 h 1544"/>
                <a:gd name="T40" fmla="*/ 2147483647 w 4127"/>
                <a:gd name="T41" fmla="*/ 2147483647 h 1544"/>
                <a:gd name="T42" fmla="*/ 2147483647 w 4127"/>
                <a:gd name="T43" fmla="*/ 2147483647 h 1544"/>
                <a:gd name="T44" fmla="*/ 2147483647 w 4127"/>
                <a:gd name="T45" fmla="*/ 2147483647 h 1544"/>
                <a:gd name="T46" fmla="*/ 2147483647 w 4127"/>
                <a:gd name="T47" fmla="*/ 2147483647 h 1544"/>
                <a:gd name="T48" fmla="*/ 2147483647 w 4127"/>
                <a:gd name="T49" fmla="*/ 2147483647 h 1544"/>
                <a:gd name="T50" fmla="*/ 2147483647 w 4127"/>
                <a:gd name="T51" fmla="*/ 2147483647 h 1544"/>
                <a:gd name="T52" fmla="*/ 2147483647 w 4127"/>
                <a:gd name="T53" fmla="*/ 2147483647 h 1544"/>
                <a:gd name="T54" fmla="*/ 2147483647 w 4127"/>
                <a:gd name="T55" fmla="*/ 2147483647 h 1544"/>
                <a:gd name="T56" fmla="*/ 2147483647 w 4127"/>
                <a:gd name="T57" fmla="*/ 2147483647 h 1544"/>
                <a:gd name="T58" fmla="*/ 2147483647 w 4127"/>
                <a:gd name="T59" fmla="*/ 2147483647 h 1544"/>
                <a:gd name="T60" fmla="*/ 2147483647 w 4127"/>
                <a:gd name="T61" fmla="*/ 2147483647 h 1544"/>
                <a:gd name="T62" fmla="*/ 2147483647 w 4127"/>
                <a:gd name="T63" fmla="*/ 2147483647 h 1544"/>
                <a:gd name="T64" fmla="*/ 2147483647 w 4127"/>
                <a:gd name="T65" fmla="*/ 2147483647 h 1544"/>
                <a:gd name="T66" fmla="*/ 2147483647 w 4127"/>
                <a:gd name="T67" fmla="*/ 2147483647 h 1544"/>
                <a:gd name="T68" fmla="*/ 2147483647 w 4127"/>
                <a:gd name="T69" fmla="*/ 2147483647 h 1544"/>
                <a:gd name="T70" fmla="*/ 2147483647 w 4127"/>
                <a:gd name="T71" fmla="*/ 2147483647 h 1544"/>
                <a:gd name="T72" fmla="*/ 2147483647 w 4127"/>
                <a:gd name="T73" fmla="*/ 2147483647 h 1544"/>
                <a:gd name="T74" fmla="*/ 2147483647 w 4127"/>
                <a:gd name="T75" fmla="*/ 2147483647 h 1544"/>
                <a:gd name="T76" fmla="*/ 2147483647 w 4127"/>
                <a:gd name="T77" fmla="*/ 2147483647 h 1544"/>
                <a:gd name="T78" fmla="*/ 2147483647 w 4127"/>
                <a:gd name="T79" fmla="*/ 2147483647 h 1544"/>
                <a:gd name="T80" fmla="*/ 2147483647 w 4127"/>
                <a:gd name="T81" fmla="*/ 2147483647 h 1544"/>
                <a:gd name="T82" fmla="*/ 2147483647 w 4127"/>
                <a:gd name="T83" fmla="*/ 2147483647 h 1544"/>
                <a:gd name="T84" fmla="*/ 2147483647 w 4127"/>
                <a:gd name="T85" fmla="*/ 2147483647 h 1544"/>
                <a:gd name="T86" fmla="*/ 2147483647 w 4127"/>
                <a:gd name="T87" fmla="*/ 2147483647 h 1544"/>
                <a:gd name="T88" fmla="*/ 2147483647 w 4127"/>
                <a:gd name="T89" fmla="*/ 2147483647 h 1544"/>
                <a:gd name="T90" fmla="*/ 2147483647 w 4127"/>
                <a:gd name="T91" fmla="*/ 2147483647 h 1544"/>
                <a:gd name="T92" fmla="*/ 2147483647 w 4127"/>
                <a:gd name="T93" fmla="*/ 2147483647 h 1544"/>
                <a:gd name="T94" fmla="*/ 2147483647 w 4127"/>
                <a:gd name="T95" fmla="*/ 2147483647 h 1544"/>
                <a:gd name="T96" fmla="*/ 2147483647 w 4127"/>
                <a:gd name="T97" fmla="*/ 0 h 1544"/>
                <a:gd name="T98" fmla="*/ 2147483647 w 4127"/>
                <a:gd name="T99" fmla="*/ 2147483647 h 1544"/>
                <a:gd name="T100" fmla="*/ 2147483647 w 4127"/>
                <a:gd name="T101" fmla="*/ 2147483647 h 1544"/>
                <a:gd name="T102" fmla="*/ 2147483647 w 4127"/>
                <a:gd name="T103" fmla="*/ 2147483647 h 1544"/>
                <a:gd name="T104" fmla="*/ 2147483647 w 4127"/>
                <a:gd name="T105" fmla="*/ 2147483647 h 1544"/>
                <a:gd name="T106" fmla="*/ 2147483647 w 4127"/>
                <a:gd name="T107" fmla="*/ 2147483647 h 1544"/>
                <a:gd name="T108" fmla="*/ 2147483647 w 4127"/>
                <a:gd name="T109" fmla="*/ 2147483647 h 1544"/>
                <a:gd name="T110" fmla="*/ 2147483647 w 4127"/>
                <a:gd name="T111" fmla="*/ 2147483647 h 1544"/>
                <a:gd name="T112" fmla="*/ 2147483647 w 4127"/>
                <a:gd name="T113" fmla="*/ 2147483647 h 1544"/>
                <a:gd name="T114" fmla="*/ 2147483647 w 4127"/>
                <a:gd name="T115" fmla="*/ 2147483647 h 1544"/>
                <a:gd name="T116" fmla="*/ 2147483647 w 4127"/>
                <a:gd name="T117" fmla="*/ 2147483647 h 154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4127"/>
                <a:gd name="T178" fmla="*/ 0 h 1544"/>
                <a:gd name="T179" fmla="*/ 4127 w 4127"/>
                <a:gd name="T180" fmla="*/ 1544 h 1544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1" name="Group 31"/>
          <p:cNvGrpSpPr/>
          <p:nvPr userDrawn="1"/>
        </p:nvGrpSpPr>
        <p:grpSpPr>
          <a:xfrm>
            <a:off x="366817" y="4343400"/>
            <a:ext cx="1080000" cy="144000"/>
            <a:chOff x="489087" y="2521685"/>
            <a:chExt cx="1209752" cy="151219"/>
          </a:xfrm>
        </p:grpSpPr>
        <p:cxnSp>
          <p:nvCxnSpPr>
            <p:cNvPr id="32" name="Straight Connector 31"/>
            <p:cNvCxnSpPr/>
            <p:nvPr userDrawn="1"/>
          </p:nvCxnSpPr>
          <p:spPr>
            <a:xfrm rot="10800000">
              <a:off x="489087" y="2521686"/>
              <a:ext cx="1209752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 rot="5400000">
              <a:off x="413478" y="2597295"/>
              <a:ext cx="151219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 Placeholder 34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419600"/>
            <a:ext cx="914400" cy="860425"/>
          </a:xfrm>
        </p:spPr>
        <p:txBody>
          <a:bodyPr/>
          <a:lstStyle>
            <a:lvl1pPr>
              <a:defRPr i="1"/>
            </a:lvl1pPr>
          </a:lstStyle>
          <a:p>
            <a:pPr lvl="0"/>
            <a:r>
              <a:rPr lang="en-US" dirty="0"/>
              <a:t>[Client]</a:t>
            </a:r>
          </a:p>
          <a:p>
            <a:pPr lvl="0"/>
            <a:r>
              <a:rPr lang="en-US" dirty="0"/>
              <a:t>[Month/year]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65136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Fixe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3"/>
          <p:cNvGrpSpPr/>
          <p:nvPr/>
        </p:nvGrpSpPr>
        <p:grpSpPr>
          <a:xfrm>
            <a:off x="1302112" y="7994000"/>
            <a:ext cx="363682" cy="647451"/>
            <a:chOff x="1905000" y="5715000"/>
            <a:chExt cx="445770" cy="381000"/>
          </a:xfrm>
        </p:grpSpPr>
        <p:sp>
          <p:nvSpPr>
            <p:cNvPr id="2073" name="Rectangle 25"/>
            <p:cNvSpPr>
              <a:spLocks noChangeArrowheads="1"/>
            </p:cNvSpPr>
            <p:nvPr userDrawn="1"/>
          </p:nvSpPr>
          <p:spPr bwMode="gray">
            <a:xfrm>
              <a:off x="2293620" y="5988118"/>
              <a:ext cx="57150" cy="107882"/>
            </a:xfrm>
            <a:prstGeom prst="rect">
              <a:avLst/>
            </a:prstGeom>
            <a:solidFill>
              <a:srgbClr val="F445F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74" name="Rectangle 26"/>
            <p:cNvSpPr>
              <a:spLocks noChangeArrowheads="1"/>
            </p:cNvSpPr>
            <p:nvPr userDrawn="1"/>
          </p:nvSpPr>
          <p:spPr bwMode="gray">
            <a:xfrm>
              <a:off x="2132171" y="5757333"/>
              <a:ext cx="44291" cy="66914"/>
            </a:xfrm>
            <a:prstGeom prst="rect">
              <a:avLst/>
            </a:prstGeom>
            <a:solidFill>
              <a:srgbClr val="F6B67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75" name="Rectangle 27"/>
            <p:cNvSpPr>
              <a:spLocks noChangeArrowheads="1"/>
            </p:cNvSpPr>
            <p:nvPr userDrawn="1"/>
          </p:nvSpPr>
          <p:spPr bwMode="gray">
            <a:xfrm>
              <a:off x="1905000" y="5715000"/>
              <a:ext cx="227171" cy="42333"/>
            </a:xfrm>
            <a:prstGeom prst="rect">
              <a:avLst/>
            </a:prstGeom>
            <a:solidFill>
              <a:srgbClr val="F48F1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76" name="Rectangle 28"/>
            <p:cNvSpPr>
              <a:spLocks noChangeArrowheads="1"/>
            </p:cNvSpPr>
            <p:nvPr userDrawn="1"/>
          </p:nvSpPr>
          <p:spPr bwMode="gray">
            <a:xfrm>
              <a:off x="1905000" y="5757333"/>
              <a:ext cx="227171" cy="66914"/>
            </a:xfrm>
            <a:prstGeom prst="rect">
              <a:avLst/>
            </a:prstGeom>
            <a:solidFill>
              <a:srgbClr val="EB660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77" name="Rectangle 29"/>
            <p:cNvSpPr>
              <a:spLocks noChangeArrowheads="1"/>
            </p:cNvSpPr>
            <p:nvPr userDrawn="1"/>
          </p:nvSpPr>
          <p:spPr bwMode="gray">
            <a:xfrm>
              <a:off x="2176462" y="5824247"/>
              <a:ext cx="117158" cy="163871"/>
            </a:xfrm>
            <a:prstGeom prst="rect">
              <a:avLst/>
            </a:prstGeom>
            <a:solidFill>
              <a:srgbClr val="F3BF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78" name="Rectangle 30"/>
            <p:cNvSpPr>
              <a:spLocks noChangeArrowheads="1"/>
            </p:cNvSpPr>
            <p:nvPr userDrawn="1"/>
          </p:nvSpPr>
          <p:spPr bwMode="gray">
            <a:xfrm>
              <a:off x="2176462" y="5988118"/>
              <a:ext cx="117158" cy="107882"/>
            </a:xfrm>
            <a:prstGeom prst="rect">
              <a:avLst/>
            </a:prstGeom>
            <a:solidFill>
              <a:srgbClr val="E934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79" name="Rectangle 31"/>
            <p:cNvSpPr>
              <a:spLocks noChangeArrowheads="1"/>
            </p:cNvSpPr>
            <p:nvPr userDrawn="1"/>
          </p:nvSpPr>
          <p:spPr bwMode="gray">
            <a:xfrm>
              <a:off x="2132171" y="5824247"/>
              <a:ext cx="44291" cy="163871"/>
            </a:xfrm>
            <a:prstGeom prst="rect">
              <a:avLst/>
            </a:prstGeom>
            <a:solidFill>
              <a:srgbClr val="EA88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80" name="Rectangle 32"/>
            <p:cNvSpPr>
              <a:spLocks noChangeArrowheads="1"/>
            </p:cNvSpPr>
            <p:nvPr userDrawn="1"/>
          </p:nvSpPr>
          <p:spPr bwMode="gray">
            <a:xfrm>
              <a:off x="2132171" y="5988118"/>
              <a:ext cx="44291" cy="107882"/>
            </a:xfrm>
            <a:prstGeom prst="rect">
              <a:avLst/>
            </a:prstGeom>
            <a:solidFill>
              <a:srgbClr val="E025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81" name="Freeform 33"/>
            <p:cNvSpPr>
              <a:spLocks/>
            </p:cNvSpPr>
            <p:nvPr userDrawn="1"/>
          </p:nvSpPr>
          <p:spPr bwMode="gray">
            <a:xfrm>
              <a:off x="1905000" y="5824247"/>
              <a:ext cx="227171" cy="1638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9" y="0"/>
                </a:cxn>
                <a:cxn ang="0">
                  <a:pos x="159" y="120"/>
                </a:cxn>
                <a:cxn ang="0">
                  <a:pos x="99" y="120"/>
                </a:cxn>
                <a:cxn ang="0">
                  <a:pos x="99" y="80"/>
                </a:cxn>
                <a:cxn ang="0">
                  <a:pos x="0" y="80"/>
                </a:cxn>
                <a:cxn ang="0">
                  <a:pos x="0" y="0"/>
                </a:cxn>
              </a:cxnLst>
              <a:rect l="0" t="0" r="r" b="b"/>
              <a:pathLst>
                <a:path w="159" h="120">
                  <a:moveTo>
                    <a:pt x="0" y="0"/>
                  </a:moveTo>
                  <a:lnTo>
                    <a:pt x="159" y="0"/>
                  </a:lnTo>
                  <a:lnTo>
                    <a:pt x="159" y="120"/>
                  </a:lnTo>
                  <a:lnTo>
                    <a:pt x="99" y="120"/>
                  </a:lnTo>
                  <a:lnTo>
                    <a:pt x="99" y="80"/>
                  </a:ln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4C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82" name="Rectangle 34"/>
            <p:cNvSpPr>
              <a:spLocks noChangeArrowheads="1"/>
            </p:cNvSpPr>
            <p:nvPr userDrawn="1"/>
          </p:nvSpPr>
          <p:spPr bwMode="gray">
            <a:xfrm>
              <a:off x="2046446" y="5988118"/>
              <a:ext cx="85725" cy="107882"/>
            </a:xfrm>
            <a:prstGeom prst="rect">
              <a:avLst/>
            </a:prstGeom>
            <a:solidFill>
              <a:srgbClr val="D614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83" name="Rectangle 35"/>
            <p:cNvSpPr>
              <a:spLocks noChangeArrowheads="1"/>
            </p:cNvSpPr>
            <p:nvPr userDrawn="1"/>
          </p:nvSpPr>
          <p:spPr bwMode="gray">
            <a:xfrm>
              <a:off x="1905000" y="5933495"/>
              <a:ext cx="141446" cy="54624"/>
            </a:xfrm>
            <a:prstGeom prst="rect">
              <a:avLst/>
            </a:prstGeom>
            <a:solidFill>
              <a:srgbClr val="C93C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084" name="Rectangle 36"/>
            <p:cNvSpPr>
              <a:spLocks noChangeArrowheads="1"/>
            </p:cNvSpPr>
            <p:nvPr userDrawn="1"/>
          </p:nvSpPr>
          <p:spPr bwMode="gray">
            <a:xfrm>
              <a:off x="1905000" y="5988118"/>
              <a:ext cx="141446" cy="107882"/>
            </a:xfrm>
            <a:prstGeom prst="rect">
              <a:avLst/>
            </a:prstGeom>
            <a:solidFill>
              <a:srgbClr val="C01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gray">
            <a:xfrm>
              <a:off x="2293620" y="5988118"/>
              <a:ext cx="57150" cy="107882"/>
            </a:xfrm>
            <a:prstGeom prst="rect">
              <a:avLst/>
            </a:prstGeom>
            <a:solidFill>
              <a:srgbClr val="F445F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gray">
            <a:xfrm>
              <a:off x="2132171" y="5757333"/>
              <a:ext cx="44291" cy="66914"/>
            </a:xfrm>
            <a:prstGeom prst="rect">
              <a:avLst/>
            </a:prstGeom>
            <a:solidFill>
              <a:srgbClr val="F6B67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2" name="Rectangle 27"/>
            <p:cNvSpPr>
              <a:spLocks noChangeArrowheads="1"/>
            </p:cNvSpPr>
            <p:nvPr/>
          </p:nvSpPr>
          <p:spPr bwMode="gray">
            <a:xfrm>
              <a:off x="1905000" y="5715000"/>
              <a:ext cx="227171" cy="42333"/>
            </a:xfrm>
            <a:prstGeom prst="rect">
              <a:avLst/>
            </a:prstGeom>
            <a:solidFill>
              <a:srgbClr val="F48F1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3" name="Rectangle 28"/>
            <p:cNvSpPr>
              <a:spLocks noChangeArrowheads="1"/>
            </p:cNvSpPr>
            <p:nvPr/>
          </p:nvSpPr>
          <p:spPr bwMode="gray">
            <a:xfrm>
              <a:off x="1905000" y="5757333"/>
              <a:ext cx="227171" cy="66914"/>
            </a:xfrm>
            <a:prstGeom prst="rect">
              <a:avLst/>
            </a:prstGeom>
            <a:solidFill>
              <a:srgbClr val="EB660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4" name="Rectangle 29"/>
            <p:cNvSpPr>
              <a:spLocks noChangeArrowheads="1"/>
            </p:cNvSpPr>
            <p:nvPr/>
          </p:nvSpPr>
          <p:spPr bwMode="gray">
            <a:xfrm>
              <a:off x="2176462" y="5824247"/>
              <a:ext cx="117158" cy="163871"/>
            </a:xfrm>
            <a:prstGeom prst="rect">
              <a:avLst/>
            </a:prstGeom>
            <a:solidFill>
              <a:srgbClr val="F3BF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5" name="Rectangle 30"/>
            <p:cNvSpPr>
              <a:spLocks noChangeArrowheads="1"/>
            </p:cNvSpPr>
            <p:nvPr/>
          </p:nvSpPr>
          <p:spPr bwMode="gray">
            <a:xfrm>
              <a:off x="2176462" y="5988118"/>
              <a:ext cx="117158" cy="107882"/>
            </a:xfrm>
            <a:prstGeom prst="rect">
              <a:avLst/>
            </a:prstGeom>
            <a:solidFill>
              <a:srgbClr val="E934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6" name="Rectangle 31"/>
            <p:cNvSpPr>
              <a:spLocks noChangeArrowheads="1"/>
            </p:cNvSpPr>
            <p:nvPr/>
          </p:nvSpPr>
          <p:spPr bwMode="gray">
            <a:xfrm>
              <a:off x="2132171" y="5824247"/>
              <a:ext cx="44291" cy="163871"/>
            </a:xfrm>
            <a:prstGeom prst="rect">
              <a:avLst/>
            </a:prstGeom>
            <a:solidFill>
              <a:srgbClr val="EA88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8" name="Rectangle 32"/>
            <p:cNvSpPr>
              <a:spLocks noChangeArrowheads="1"/>
            </p:cNvSpPr>
            <p:nvPr/>
          </p:nvSpPr>
          <p:spPr bwMode="gray">
            <a:xfrm>
              <a:off x="2132171" y="5988118"/>
              <a:ext cx="44291" cy="107882"/>
            </a:xfrm>
            <a:prstGeom prst="rect">
              <a:avLst/>
            </a:prstGeom>
            <a:solidFill>
              <a:srgbClr val="E025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39" name="Freeform 33"/>
            <p:cNvSpPr>
              <a:spLocks/>
            </p:cNvSpPr>
            <p:nvPr/>
          </p:nvSpPr>
          <p:spPr bwMode="gray">
            <a:xfrm>
              <a:off x="1905000" y="5824247"/>
              <a:ext cx="227171" cy="1638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9" y="0"/>
                </a:cxn>
                <a:cxn ang="0">
                  <a:pos x="159" y="120"/>
                </a:cxn>
                <a:cxn ang="0">
                  <a:pos x="99" y="120"/>
                </a:cxn>
                <a:cxn ang="0">
                  <a:pos x="99" y="80"/>
                </a:cxn>
                <a:cxn ang="0">
                  <a:pos x="0" y="80"/>
                </a:cxn>
                <a:cxn ang="0">
                  <a:pos x="0" y="0"/>
                </a:cxn>
              </a:cxnLst>
              <a:rect l="0" t="0" r="r" b="b"/>
              <a:pathLst>
                <a:path w="159" h="120">
                  <a:moveTo>
                    <a:pt x="0" y="0"/>
                  </a:moveTo>
                  <a:lnTo>
                    <a:pt x="159" y="0"/>
                  </a:lnTo>
                  <a:lnTo>
                    <a:pt x="159" y="120"/>
                  </a:lnTo>
                  <a:lnTo>
                    <a:pt x="99" y="120"/>
                  </a:lnTo>
                  <a:lnTo>
                    <a:pt x="99" y="80"/>
                  </a:ln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4C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40" name="Rectangle 34"/>
            <p:cNvSpPr>
              <a:spLocks noChangeArrowheads="1"/>
            </p:cNvSpPr>
            <p:nvPr/>
          </p:nvSpPr>
          <p:spPr bwMode="gray">
            <a:xfrm>
              <a:off x="2046446" y="5988118"/>
              <a:ext cx="85725" cy="107882"/>
            </a:xfrm>
            <a:prstGeom prst="rect">
              <a:avLst/>
            </a:prstGeom>
            <a:solidFill>
              <a:srgbClr val="D614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gray">
            <a:xfrm>
              <a:off x="1905000" y="5933495"/>
              <a:ext cx="141446" cy="54624"/>
            </a:xfrm>
            <a:prstGeom prst="rect">
              <a:avLst/>
            </a:prstGeom>
            <a:solidFill>
              <a:srgbClr val="C93C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42" name="Rectangle 36"/>
            <p:cNvSpPr>
              <a:spLocks noChangeArrowheads="1"/>
            </p:cNvSpPr>
            <p:nvPr/>
          </p:nvSpPr>
          <p:spPr bwMode="gray">
            <a:xfrm>
              <a:off x="1905000" y="5988118"/>
              <a:ext cx="141446" cy="107882"/>
            </a:xfrm>
            <a:prstGeom prst="rect">
              <a:avLst/>
            </a:prstGeom>
            <a:solidFill>
              <a:srgbClr val="C01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</p:grpSp>
      <p:cxnSp>
        <p:nvCxnSpPr>
          <p:cNvPr id="141" name="Shape 140"/>
          <p:cNvCxnSpPr/>
          <p:nvPr/>
        </p:nvCxnSpPr>
        <p:spPr>
          <a:xfrm rot="5400000" flipH="1" flipV="1">
            <a:off x="3781161" y="-1116164"/>
            <a:ext cx="220132" cy="5193377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1402773" y="1456764"/>
            <a:ext cx="4052455" cy="1165413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 b="1" i="1"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to add the report’s main title</a:t>
            </a:r>
          </a:p>
        </p:txBody>
      </p:sp>
      <p:sp>
        <p:nvSpPr>
          <p:cNvPr id="4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402774" y="2816411"/>
            <a:ext cx="4052454" cy="1165413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aseline="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900">
                <a:solidFill>
                  <a:schemeClr val="bg1"/>
                </a:solidFill>
                <a:latin typeface="+mj-lt"/>
              </a:defRPr>
            </a:lvl2pPr>
            <a:lvl3pPr marL="478842" indent="0" algn="l">
              <a:buNone/>
              <a:defRPr sz="1900">
                <a:solidFill>
                  <a:schemeClr val="bg1"/>
                </a:solidFill>
                <a:latin typeface="+mj-lt"/>
              </a:defRPr>
            </a:lvl3pPr>
            <a:lvl4pPr marL="957685" indent="0" algn="l">
              <a:buNone/>
              <a:defRPr sz="1900">
                <a:solidFill>
                  <a:schemeClr val="bg1"/>
                </a:solidFill>
                <a:latin typeface="+mj-lt"/>
              </a:defRPr>
            </a:lvl4pPr>
            <a:lvl5pPr marL="1436527" indent="0" algn="l">
              <a:buNone/>
              <a:defRPr sz="1900">
                <a:solidFill>
                  <a:schemeClr val="bg1"/>
                </a:solidFill>
                <a:latin typeface="+mj-lt"/>
              </a:defRPr>
            </a:lvl5pPr>
            <a:lvl6pPr marL="1915370" indent="0" algn="l">
              <a:buNone/>
              <a:defRPr sz="1900">
                <a:solidFill>
                  <a:schemeClr val="bg1"/>
                </a:solidFill>
                <a:latin typeface="+mj-lt"/>
              </a:defRPr>
            </a:lvl6pPr>
            <a:lvl7pPr marL="2394213" indent="0" algn="l">
              <a:buNone/>
              <a:defRPr sz="1900">
                <a:solidFill>
                  <a:schemeClr val="bg1"/>
                </a:solidFill>
                <a:latin typeface="+mj-lt"/>
              </a:defRPr>
            </a:lvl7pPr>
            <a:lvl8pPr marL="2873055" indent="0" algn="l">
              <a:buNone/>
              <a:defRPr sz="1900">
                <a:solidFill>
                  <a:schemeClr val="bg1"/>
                </a:solidFill>
                <a:latin typeface="+mj-lt"/>
              </a:defRPr>
            </a:lvl8pPr>
            <a:lvl9pPr marL="3351897" indent="0" algn="l">
              <a:buNone/>
              <a:defRPr sz="19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45" name="Text Placeholder 31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1402773" y="679824"/>
            <a:ext cx="3117273" cy="19423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 err="1"/>
              <a:t>www.pwc.com</a:t>
            </a:r>
            <a:endParaRPr lang="en-GB" noProof="0" dirty="0"/>
          </a:p>
        </p:txBody>
      </p:sp>
      <p:grpSp>
        <p:nvGrpSpPr>
          <p:cNvPr id="3" name="Group 45"/>
          <p:cNvGrpSpPr/>
          <p:nvPr/>
        </p:nvGrpSpPr>
        <p:grpSpPr>
          <a:xfrm>
            <a:off x="716973" y="8643471"/>
            <a:ext cx="685800" cy="776941"/>
            <a:chOff x="1051560" y="6781800"/>
            <a:chExt cx="1005840" cy="609600"/>
          </a:xfrm>
        </p:grpSpPr>
        <p:sp>
          <p:nvSpPr>
            <p:cNvPr id="48" name="Rectangle 37"/>
            <p:cNvSpPr>
              <a:spLocks noChangeArrowheads="1"/>
            </p:cNvSpPr>
            <p:nvPr userDrawn="1"/>
          </p:nvSpPr>
          <p:spPr bwMode="black">
            <a:xfrm>
              <a:off x="1648968" y="6781800"/>
              <a:ext cx="256032" cy="54864"/>
            </a:xfrm>
            <a:prstGeom prst="rect">
              <a:avLst/>
            </a:prstGeom>
            <a:solidFill>
              <a:srgbClr val="A10000"/>
            </a:solidFill>
            <a:ln w="0">
              <a:solidFill>
                <a:srgbClr val="A1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49" name="Freeform 7"/>
            <p:cNvSpPr>
              <a:spLocks noEditPoints="1"/>
            </p:cNvSpPr>
            <p:nvPr userDrawn="1"/>
          </p:nvSpPr>
          <p:spPr bwMode="black">
            <a:xfrm>
              <a:off x="1051560" y="7000790"/>
              <a:ext cx="1005840" cy="39061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052142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: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4"/>
          <p:cNvGrpSpPr/>
          <p:nvPr/>
        </p:nvGrpSpPr>
        <p:grpSpPr>
          <a:xfrm>
            <a:off x="1298864" y="0"/>
            <a:ext cx="5559137" cy="8643471"/>
            <a:chOff x="1905000" y="0"/>
            <a:chExt cx="8153400" cy="6781800"/>
          </a:xfrm>
        </p:grpSpPr>
        <p:sp>
          <p:nvSpPr>
            <p:cNvPr id="86" name="Rectangle 159"/>
            <p:cNvSpPr>
              <a:spLocks noChangeArrowheads="1"/>
            </p:cNvSpPr>
            <p:nvPr userDrawn="1"/>
          </p:nvSpPr>
          <p:spPr bwMode="gray">
            <a:xfrm>
              <a:off x="8915400" y="3200400"/>
              <a:ext cx="609600" cy="358140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87" name="Rectangle 153"/>
            <p:cNvSpPr>
              <a:spLocks noChangeArrowheads="1"/>
            </p:cNvSpPr>
            <p:nvPr/>
          </p:nvSpPr>
          <p:spPr bwMode="gray">
            <a:xfrm>
              <a:off x="9525000" y="3200400"/>
              <a:ext cx="533400" cy="3581400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88" name="Rectangle 156"/>
            <p:cNvSpPr>
              <a:spLocks noChangeArrowheads="1"/>
            </p:cNvSpPr>
            <p:nvPr/>
          </p:nvSpPr>
          <p:spPr bwMode="gray">
            <a:xfrm>
              <a:off x="1905000" y="0"/>
              <a:ext cx="6248400" cy="990600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89" name="Rectangle 160"/>
            <p:cNvSpPr>
              <a:spLocks noChangeArrowheads="1"/>
            </p:cNvSpPr>
            <p:nvPr userDrawn="1"/>
          </p:nvSpPr>
          <p:spPr bwMode="gray">
            <a:xfrm>
              <a:off x="8127647" y="3200400"/>
              <a:ext cx="787753" cy="3581400"/>
            </a:xfrm>
            <a:prstGeom prst="rect">
              <a:avLst/>
            </a:prstGeom>
            <a:solidFill>
              <a:srgbClr val="D139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90" name="Rectangle 89"/>
            <p:cNvSpPr/>
            <p:nvPr userDrawn="1"/>
          </p:nvSpPr>
          <p:spPr bwMode="gray">
            <a:xfrm>
              <a:off x="1905000" y="3195320"/>
              <a:ext cx="6248400" cy="3586480"/>
            </a:xfrm>
            <a:prstGeom prst="rect">
              <a:avLst/>
            </a:prstGeom>
            <a:solidFill>
              <a:srgbClr val="C2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57685"/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91" name="Rectangle 155"/>
            <p:cNvSpPr>
              <a:spLocks noChangeArrowheads="1"/>
            </p:cNvSpPr>
            <p:nvPr userDrawn="1"/>
          </p:nvSpPr>
          <p:spPr bwMode="gray">
            <a:xfrm>
              <a:off x="8127649" y="990600"/>
              <a:ext cx="787751" cy="2209800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92" name="Rectangle 158"/>
            <p:cNvSpPr>
              <a:spLocks noChangeArrowheads="1"/>
            </p:cNvSpPr>
            <p:nvPr userDrawn="1"/>
          </p:nvSpPr>
          <p:spPr bwMode="gray">
            <a:xfrm>
              <a:off x="1905000" y="990600"/>
              <a:ext cx="6248400" cy="2209800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</p:grpSp>
      <p:sp>
        <p:nvSpPr>
          <p:cNvPr id="39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402773" y="1456764"/>
            <a:ext cx="4052455" cy="1165413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the report’s main title</a:t>
            </a:r>
          </a:p>
        </p:txBody>
      </p:sp>
      <p:sp>
        <p:nvSpPr>
          <p:cNvPr id="40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402774" y="2816411"/>
            <a:ext cx="4052454" cy="1165413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900">
                <a:solidFill>
                  <a:schemeClr val="bg1"/>
                </a:solidFill>
                <a:latin typeface="+mj-lt"/>
              </a:defRPr>
            </a:lvl2pPr>
            <a:lvl3pPr marL="478842" indent="0" algn="l">
              <a:buNone/>
              <a:defRPr sz="1900">
                <a:solidFill>
                  <a:schemeClr val="bg1"/>
                </a:solidFill>
                <a:latin typeface="+mj-lt"/>
              </a:defRPr>
            </a:lvl3pPr>
            <a:lvl4pPr marL="957685" indent="0" algn="l">
              <a:buNone/>
              <a:defRPr sz="1900">
                <a:solidFill>
                  <a:schemeClr val="bg1"/>
                </a:solidFill>
                <a:latin typeface="+mj-lt"/>
              </a:defRPr>
            </a:lvl4pPr>
            <a:lvl5pPr marL="1436527" indent="0" algn="l">
              <a:buNone/>
              <a:defRPr sz="1900">
                <a:solidFill>
                  <a:schemeClr val="bg1"/>
                </a:solidFill>
                <a:latin typeface="+mj-lt"/>
              </a:defRPr>
            </a:lvl5pPr>
            <a:lvl6pPr marL="1915370" indent="0" algn="l">
              <a:buNone/>
              <a:defRPr sz="1900">
                <a:solidFill>
                  <a:schemeClr val="bg1"/>
                </a:solidFill>
                <a:latin typeface="+mj-lt"/>
              </a:defRPr>
            </a:lvl6pPr>
            <a:lvl7pPr marL="2394213" indent="0" algn="l">
              <a:buNone/>
              <a:defRPr sz="1900">
                <a:solidFill>
                  <a:schemeClr val="bg1"/>
                </a:solidFill>
                <a:latin typeface="+mj-lt"/>
              </a:defRPr>
            </a:lvl7pPr>
            <a:lvl8pPr marL="2873055" indent="0" algn="l">
              <a:buNone/>
              <a:defRPr sz="1900">
                <a:solidFill>
                  <a:schemeClr val="bg1"/>
                </a:solidFill>
                <a:latin typeface="+mj-lt"/>
              </a:defRPr>
            </a:lvl8pPr>
            <a:lvl9pPr marL="3351897" indent="0" algn="l">
              <a:buNone/>
              <a:defRPr sz="19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41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402773" y="679824"/>
            <a:ext cx="3117273" cy="194236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 err="1"/>
              <a:t>www.pwc.com</a:t>
            </a:r>
            <a:endParaRPr lang="en-GB" noProof="0" dirty="0"/>
          </a:p>
        </p:txBody>
      </p:sp>
      <p:grpSp>
        <p:nvGrpSpPr>
          <p:cNvPr id="3" name="Group 41"/>
          <p:cNvGrpSpPr/>
          <p:nvPr/>
        </p:nvGrpSpPr>
        <p:grpSpPr>
          <a:xfrm>
            <a:off x="716973" y="8643471"/>
            <a:ext cx="685800" cy="776941"/>
            <a:chOff x="1051560" y="6781800"/>
            <a:chExt cx="1005840" cy="609600"/>
          </a:xfrm>
        </p:grpSpPr>
        <p:sp>
          <p:nvSpPr>
            <p:cNvPr id="43" name="Rectangle 37"/>
            <p:cNvSpPr>
              <a:spLocks noChangeArrowheads="1"/>
            </p:cNvSpPr>
            <p:nvPr userDrawn="1"/>
          </p:nvSpPr>
          <p:spPr bwMode="black">
            <a:xfrm>
              <a:off x="1648968" y="6781800"/>
              <a:ext cx="256032" cy="54864"/>
            </a:xfrm>
            <a:prstGeom prst="rect">
              <a:avLst/>
            </a:prstGeom>
            <a:solidFill>
              <a:srgbClr val="A10000"/>
            </a:solidFill>
            <a:ln w="0">
              <a:solidFill>
                <a:srgbClr val="A1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44" name="Freeform 7"/>
            <p:cNvSpPr>
              <a:spLocks noEditPoints="1"/>
            </p:cNvSpPr>
            <p:nvPr userDrawn="1"/>
          </p:nvSpPr>
          <p:spPr bwMode="black">
            <a:xfrm>
              <a:off x="1051560" y="7000790"/>
              <a:ext cx="1005840" cy="39061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</p:grpSp>
      <p:sp>
        <p:nvSpPr>
          <p:cNvPr id="66" name="Picture Placeholder 65"/>
          <p:cNvSpPr>
            <a:spLocks noGrp="1"/>
          </p:cNvSpPr>
          <p:nvPr>
            <p:ph type="pic" sz="quarter" idx="11"/>
          </p:nvPr>
        </p:nvSpPr>
        <p:spPr>
          <a:xfrm>
            <a:off x="1298865" y="4078942"/>
            <a:ext cx="4779818" cy="456452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grpSp>
        <p:nvGrpSpPr>
          <p:cNvPr id="17" name="Group 31"/>
          <p:cNvGrpSpPr/>
          <p:nvPr userDrawn="1"/>
        </p:nvGrpSpPr>
        <p:grpSpPr>
          <a:xfrm>
            <a:off x="291600" y="4092575"/>
            <a:ext cx="936000" cy="144000"/>
            <a:chOff x="489087" y="2521685"/>
            <a:chExt cx="1209752" cy="151219"/>
          </a:xfrm>
        </p:grpSpPr>
        <p:cxnSp>
          <p:nvCxnSpPr>
            <p:cNvPr id="18" name="Straight Connector 17"/>
            <p:cNvCxnSpPr/>
            <p:nvPr userDrawn="1"/>
          </p:nvCxnSpPr>
          <p:spPr>
            <a:xfrm rot="10800000">
              <a:off x="489087" y="2521686"/>
              <a:ext cx="1209752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 rot="5400000">
              <a:off x="413478" y="2597295"/>
              <a:ext cx="151219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 Placeholder 34"/>
          <p:cNvSpPr>
            <a:spLocks noGrp="1"/>
          </p:cNvSpPr>
          <p:nvPr>
            <p:ph type="body" sz="quarter" idx="12" hasCustomPrompt="1"/>
          </p:nvPr>
        </p:nvSpPr>
        <p:spPr>
          <a:xfrm>
            <a:off x="381983" y="4168775"/>
            <a:ext cx="808642" cy="860425"/>
          </a:xfrm>
        </p:spPr>
        <p:txBody>
          <a:bodyPr/>
          <a:lstStyle>
            <a:lvl1pPr>
              <a:defRPr i="1"/>
            </a:lvl1pPr>
          </a:lstStyle>
          <a:p>
            <a:pPr lvl="0"/>
            <a:r>
              <a:rPr lang="en-US" dirty="0"/>
              <a:t>[Client]</a:t>
            </a:r>
          </a:p>
          <a:p>
            <a:pPr lvl="0"/>
            <a:r>
              <a:rPr lang="en-US" dirty="0"/>
              <a:t>[Month/year]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88425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4"/>
          <p:cNvGrpSpPr/>
          <p:nvPr/>
        </p:nvGrpSpPr>
        <p:grpSpPr>
          <a:xfrm>
            <a:off x="1298864" y="0"/>
            <a:ext cx="5559137" cy="8643471"/>
            <a:chOff x="1905000" y="0"/>
            <a:chExt cx="8153400" cy="6781800"/>
          </a:xfrm>
        </p:grpSpPr>
        <p:sp>
          <p:nvSpPr>
            <p:cNvPr id="126" name="Rectangle 159"/>
            <p:cNvSpPr>
              <a:spLocks noChangeArrowheads="1"/>
            </p:cNvSpPr>
            <p:nvPr userDrawn="1"/>
          </p:nvSpPr>
          <p:spPr bwMode="gray">
            <a:xfrm>
              <a:off x="8915400" y="3200400"/>
              <a:ext cx="609600" cy="358140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127" name="Rectangle 153"/>
            <p:cNvSpPr>
              <a:spLocks noChangeArrowheads="1"/>
            </p:cNvSpPr>
            <p:nvPr/>
          </p:nvSpPr>
          <p:spPr bwMode="gray">
            <a:xfrm>
              <a:off x="9525000" y="3200400"/>
              <a:ext cx="533400" cy="3581400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128" name="Rectangle 156"/>
            <p:cNvSpPr>
              <a:spLocks noChangeArrowheads="1"/>
            </p:cNvSpPr>
            <p:nvPr/>
          </p:nvSpPr>
          <p:spPr bwMode="gray">
            <a:xfrm>
              <a:off x="1905000" y="0"/>
              <a:ext cx="6248400" cy="990600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129" name="Rectangle 160"/>
            <p:cNvSpPr>
              <a:spLocks noChangeArrowheads="1"/>
            </p:cNvSpPr>
            <p:nvPr userDrawn="1"/>
          </p:nvSpPr>
          <p:spPr bwMode="gray">
            <a:xfrm>
              <a:off x="8127647" y="3200400"/>
              <a:ext cx="787753" cy="3581400"/>
            </a:xfrm>
            <a:prstGeom prst="rect">
              <a:avLst/>
            </a:prstGeom>
            <a:solidFill>
              <a:srgbClr val="D139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130" name="Rectangle 129"/>
            <p:cNvSpPr/>
            <p:nvPr userDrawn="1"/>
          </p:nvSpPr>
          <p:spPr bwMode="gray">
            <a:xfrm>
              <a:off x="1905000" y="3195320"/>
              <a:ext cx="6248400" cy="3586480"/>
            </a:xfrm>
            <a:prstGeom prst="rect">
              <a:avLst/>
            </a:prstGeom>
            <a:solidFill>
              <a:srgbClr val="C2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57685"/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31" name="Rectangle 155"/>
            <p:cNvSpPr>
              <a:spLocks noChangeArrowheads="1"/>
            </p:cNvSpPr>
            <p:nvPr userDrawn="1"/>
          </p:nvSpPr>
          <p:spPr bwMode="gray">
            <a:xfrm>
              <a:off x="8127649" y="990600"/>
              <a:ext cx="787751" cy="2209800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132" name="Rectangle 158"/>
            <p:cNvSpPr>
              <a:spLocks noChangeArrowheads="1"/>
            </p:cNvSpPr>
            <p:nvPr userDrawn="1"/>
          </p:nvSpPr>
          <p:spPr bwMode="gray">
            <a:xfrm>
              <a:off x="1905000" y="990600"/>
              <a:ext cx="6248400" cy="2209800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</p:grp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402773" y="1456764"/>
            <a:ext cx="4052455" cy="1165413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the report’s main title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402774" y="2816411"/>
            <a:ext cx="4052454" cy="1165413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900">
                <a:solidFill>
                  <a:schemeClr val="bg1"/>
                </a:solidFill>
                <a:latin typeface="+mj-lt"/>
              </a:defRPr>
            </a:lvl2pPr>
            <a:lvl3pPr marL="478842" indent="0" algn="l">
              <a:buNone/>
              <a:defRPr sz="1900">
                <a:solidFill>
                  <a:schemeClr val="bg1"/>
                </a:solidFill>
                <a:latin typeface="+mj-lt"/>
              </a:defRPr>
            </a:lvl3pPr>
            <a:lvl4pPr marL="957685" indent="0" algn="l">
              <a:buNone/>
              <a:defRPr sz="1900">
                <a:solidFill>
                  <a:schemeClr val="bg1"/>
                </a:solidFill>
                <a:latin typeface="+mj-lt"/>
              </a:defRPr>
            </a:lvl4pPr>
            <a:lvl5pPr marL="1436527" indent="0" algn="l">
              <a:buNone/>
              <a:defRPr sz="1900">
                <a:solidFill>
                  <a:schemeClr val="bg1"/>
                </a:solidFill>
                <a:latin typeface="+mj-lt"/>
              </a:defRPr>
            </a:lvl5pPr>
            <a:lvl6pPr marL="1915370" indent="0" algn="l">
              <a:buNone/>
              <a:defRPr sz="1900">
                <a:solidFill>
                  <a:schemeClr val="bg1"/>
                </a:solidFill>
                <a:latin typeface="+mj-lt"/>
              </a:defRPr>
            </a:lvl6pPr>
            <a:lvl7pPr marL="2394213" indent="0" algn="l">
              <a:buNone/>
              <a:defRPr sz="1900">
                <a:solidFill>
                  <a:schemeClr val="bg1"/>
                </a:solidFill>
                <a:latin typeface="+mj-lt"/>
              </a:defRPr>
            </a:lvl7pPr>
            <a:lvl8pPr marL="2873055" indent="0" algn="l">
              <a:buNone/>
              <a:defRPr sz="1900">
                <a:solidFill>
                  <a:schemeClr val="bg1"/>
                </a:solidFill>
                <a:latin typeface="+mj-lt"/>
              </a:defRPr>
            </a:lvl8pPr>
            <a:lvl9pPr marL="3351897" indent="0" algn="l">
              <a:buNone/>
              <a:defRPr sz="19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21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402773" y="679824"/>
            <a:ext cx="3117273" cy="194236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 err="1"/>
              <a:t>www.pwc.com</a:t>
            </a:r>
            <a:endParaRPr lang="en-GB" noProof="0" dirty="0"/>
          </a:p>
        </p:txBody>
      </p:sp>
      <p:grpSp>
        <p:nvGrpSpPr>
          <p:cNvPr id="3" name="Group 59"/>
          <p:cNvGrpSpPr/>
          <p:nvPr/>
        </p:nvGrpSpPr>
        <p:grpSpPr>
          <a:xfrm>
            <a:off x="716973" y="8643471"/>
            <a:ext cx="685800" cy="776941"/>
            <a:chOff x="1051560" y="6781800"/>
            <a:chExt cx="1005840" cy="609600"/>
          </a:xfrm>
        </p:grpSpPr>
        <p:sp>
          <p:nvSpPr>
            <p:cNvPr id="19" name="Rectangle 37"/>
            <p:cNvSpPr>
              <a:spLocks noChangeArrowheads="1"/>
            </p:cNvSpPr>
            <p:nvPr userDrawn="1"/>
          </p:nvSpPr>
          <p:spPr bwMode="black">
            <a:xfrm>
              <a:off x="1648968" y="6781800"/>
              <a:ext cx="256032" cy="54864"/>
            </a:xfrm>
            <a:prstGeom prst="rect">
              <a:avLst/>
            </a:prstGeom>
            <a:solidFill>
              <a:srgbClr val="A10000"/>
            </a:solidFill>
            <a:ln w="0">
              <a:solidFill>
                <a:srgbClr val="A1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black">
            <a:xfrm>
              <a:off x="1051560" y="7000790"/>
              <a:ext cx="1005840" cy="39061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Group 31"/>
          <p:cNvGrpSpPr/>
          <p:nvPr userDrawn="1"/>
        </p:nvGrpSpPr>
        <p:grpSpPr>
          <a:xfrm>
            <a:off x="291600" y="4092575"/>
            <a:ext cx="936000" cy="144000"/>
            <a:chOff x="489087" y="2521685"/>
            <a:chExt cx="1209752" cy="151219"/>
          </a:xfrm>
        </p:grpSpPr>
        <p:cxnSp>
          <p:nvCxnSpPr>
            <p:cNvPr id="17" name="Straight Connector 16"/>
            <p:cNvCxnSpPr/>
            <p:nvPr userDrawn="1"/>
          </p:nvCxnSpPr>
          <p:spPr>
            <a:xfrm rot="10800000">
              <a:off x="489087" y="2521686"/>
              <a:ext cx="1209752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 rot="5400000">
              <a:off x="413478" y="2597295"/>
              <a:ext cx="151219" cy="0"/>
            </a:xfrm>
            <a:prstGeom prst="line">
              <a:avLst/>
            </a:prstGeom>
            <a:ln w="127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 Placeholder 34"/>
          <p:cNvSpPr>
            <a:spLocks noGrp="1"/>
          </p:cNvSpPr>
          <p:nvPr>
            <p:ph type="body" sz="quarter" idx="12" hasCustomPrompt="1"/>
          </p:nvPr>
        </p:nvSpPr>
        <p:spPr>
          <a:xfrm>
            <a:off x="381983" y="4168775"/>
            <a:ext cx="808642" cy="860425"/>
          </a:xfrm>
        </p:spPr>
        <p:txBody>
          <a:bodyPr/>
          <a:lstStyle>
            <a:lvl1pPr>
              <a:defRPr i="1"/>
            </a:lvl1pPr>
          </a:lstStyle>
          <a:p>
            <a:pPr lvl="0"/>
            <a:r>
              <a:rPr lang="en-US" dirty="0"/>
              <a:t>[Client]</a:t>
            </a:r>
          </a:p>
          <a:p>
            <a:pPr lvl="0"/>
            <a:r>
              <a:rPr lang="en-US" dirty="0"/>
              <a:t>[Month/year]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756489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381001" y="2495550"/>
            <a:ext cx="2743200" cy="1295400"/>
          </a:xfrm>
        </p:spPr>
        <p:txBody>
          <a:bodyPr/>
          <a:lstStyle>
            <a:lvl1pPr algn="l">
              <a:defRPr sz="2000" b="1" i="1">
                <a:solidFill>
                  <a:schemeClr val="accent1"/>
                </a:solidFill>
              </a:defRPr>
            </a:lvl1pPr>
            <a:lvl2pPr>
              <a:defRPr sz="1800" b="1" i="1"/>
            </a:lvl2pPr>
            <a:lvl3pPr>
              <a:defRPr sz="1800" b="1" i="1"/>
            </a:lvl3pPr>
            <a:lvl4pPr>
              <a:defRPr sz="1800" b="1" i="1"/>
            </a:lvl4pPr>
            <a:lvl5pPr>
              <a:defRPr sz="1800" b="1" i="1"/>
            </a:lvl5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  <p:cxnSp>
        <p:nvCxnSpPr>
          <p:cNvPr id="10" name="Shape 9"/>
          <p:cNvCxnSpPr/>
          <p:nvPr userDrawn="1"/>
        </p:nvCxnSpPr>
        <p:spPr>
          <a:xfrm rot="5400000" flipH="1" flipV="1">
            <a:off x="1712734" y="931683"/>
            <a:ext cx="220132" cy="3060000"/>
          </a:xfrm>
          <a:prstGeom prst="bentConnector2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381001" y="1524000"/>
            <a:ext cx="914400" cy="685800"/>
          </a:xfrm>
        </p:spPr>
        <p:txBody>
          <a:bodyPr/>
          <a:lstStyle>
            <a:lvl1pPr algn="l">
              <a:defRPr sz="4800" b="1" i="0">
                <a:solidFill>
                  <a:schemeClr val="accent1"/>
                </a:solidFill>
              </a:defRPr>
            </a:lvl1pPr>
            <a:lvl2pPr>
              <a:defRPr sz="1800" b="1" i="1"/>
            </a:lvl2pPr>
            <a:lvl3pPr>
              <a:defRPr sz="1800" b="1" i="1"/>
            </a:lvl3pPr>
            <a:lvl4pPr>
              <a:defRPr sz="1800" b="1" i="1"/>
            </a:lvl4pPr>
            <a:lvl5pPr>
              <a:defRPr sz="1800" b="1" i="1"/>
            </a:lvl5pPr>
          </a:lstStyle>
          <a:p>
            <a:pPr lvl="0"/>
            <a:r>
              <a:rPr lang="en-US" dirty="0"/>
              <a:t>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8900450"/>
      </p:ext>
    </p:extLst>
  </p:cSld>
  <p:clrMapOvr>
    <a:masterClrMapping/>
  </p:clrMapOvr>
  <p:hf hdr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hree_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2476500" y="1524003"/>
            <a:ext cx="1920875" cy="7543797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562475" y="1524000"/>
            <a:ext cx="1914525" cy="7543799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  <p:sp>
        <p:nvSpPr>
          <p:cNvPr id="9" name="Rectangle 8"/>
          <p:cNvSpPr/>
          <p:nvPr userDrawn="1"/>
        </p:nvSpPr>
        <p:spPr bwMode="ltGray">
          <a:xfrm>
            <a:off x="0" y="1524000"/>
            <a:ext cx="2266950" cy="2757488"/>
          </a:xfrm>
          <a:prstGeom prst="rect">
            <a:avLst/>
          </a:prstGeom>
          <a:solidFill>
            <a:schemeClr val="tx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solidFill>
                <a:srgbClr val="FFFFFF"/>
              </a:solidFill>
              <a:latin typeface="Georgia" pitchFamily="18" charset="0"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6"/>
          </p:nvPr>
        </p:nvSpPr>
        <p:spPr>
          <a:xfrm>
            <a:off x="381000" y="4572000"/>
            <a:ext cx="1905000" cy="4495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363538" y="2819400"/>
            <a:ext cx="1693862" cy="1295400"/>
          </a:xfrm>
        </p:spPr>
        <p:txBody>
          <a:bodyPr/>
          <a:lstStyle>
            <a:lvl1pPr algn="l">
              <a:defRPr sz="1800" b="1" i="1">
                <a:solidFill>
                  <a:schemeClr val="bg1"/>
                </a:solidFill>
              </a:defRPr>
            </a:lvl1pPr>
            <a:lvl2pPr>
              <a:defRPr sz="1800" b="1" i="1"/>
            </a:lvl2pPr>
            <a:lvl3pPr>
              <a:defRPr sz="1800" b="1" i="1"/>
            </a:lvl3pPr>
            <a:lvl4pPr>
              <a:defRPr sz="1800" b="1" i="1"/>
            </a:lvl4pPr>
            <a:lvl5pPr>
              <a:defRPr sz="1800" b="1" i="1"/>
            </a:lvl5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651974"/>
      </p:ext>
    </p:extLst>
  </p:cSld>
  <p:clrMapOvr>
    <a:masterClrMapping/>
  </p:clrMapOvr>
  <p:hf hdr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: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1524000"/>
            <a:ext cx="1904999" cy="75438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2476500" y="1524000"/>
            <a:ext cx="1920875" cy="36576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562475" y="1523996"/>
            <a:ext cx="1914525" cy="3657601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  <p:sp>
        <p:nvSpPr>
          <p:cNvPr id="7" name="Content Placeholder 26"/>
          <p:cNvSpPr>
            <a:spLocks noGrp="1"/>
          </p:cNvSpPr>
          <p:nvPr>
            <p:ph sz="quarter" idx="16"/>
          </p:nvPr>
        </p:nvSpPr>
        <p:spPr>
          <a:xfrm>
            <a:off x="2476500" y="5410201"/>
            <a:ext cx="1920875" cy="36576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8" name="Content Placeholder 26"/>
          <p:cNvSpPr>
            <a:spLocks noGrp="1"/>
          </p:cNvSpPr>
          <p:nvPr>
            <p:ph sz="quarter" idx="17"/>
          </p:nvPr>
        </p:nvSpPr>
        <p:spPr>
          <a:xfrm>
            <a:off x="4562475" y="5410197"/>
            <a:ext cx="1914525" cy="3657601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7760369"/>
      </p:ext>
    </p:extLst>
  </p:cSld>
  <p:clrMapOvr>
    <a:masterClrMapping/>
  </p:clrMapOvr>
  <p:hf hdr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1524000"/>
            <a:ext cx="1904999" cy="75438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2476500" y="1523999"/>
            <a:ext cx="1920875" cy="7543801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562475" y="1523996"/>
            <a:ext cx="1914525" cy="7543804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705634842"/>
      </p:ext>
    </p:extLst>
  </p:cSld>
  <p:clrMapOvr>
    <a:masterClrMapping/>
  </p:clrMapOvr>
  <p:hf hdr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1524000"/>
            <a:ext cx="2914649" cy="75438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3547776" y="1523996"/>
            <a:ext cx="2929224" cy="7543804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4075140875"/>
      </p:ext>
    </p:extLst>
  </p:cSld>
  <p:clrMapOvr>
    <a:masterClrMapping/>
  </p:clrMapOvr>
  <p:hf hdr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: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1524000"/>
            <a:ext cx="2914649" cy="75438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3547776" y="1523996"/>
            <a:ext cx="2929224" cy="7543804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63682" y="1219200"/>
            <a:ext cx="6113318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381000" y="990600"/>
            <a:ext cx="4035425" cy="1524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5726958"/>
      </p:ext>
    </p:extLst>
  </p:cSld>
  <p:clrMapOvr>
    <a:masterClrMapping/>
  </p:clrMapOvr>
  <p:hf hdr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: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2914650"/>
            <a:ext cx="1676399" cy="6153151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2476500" y="2914649"/>
            <a:ext cx="4000500" cy="6153151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63682" y="1219200"/>
            <a:ext cx="6113318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381000" y="990600"/>
            <a:ext cx="4035425" cy="1524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2415134"/>
      </p:ext>
    </p:extLst>
  </p:cSld>
  <p:clrMapOvr>
    <a:masterClrMapping/>
  </p:clrMapOvr>
  <p:hf hdr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: CV (page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2914650"/>
            <a:ext cx="2914649" cy="615315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3547776" y="2914646"/>
            <a:ext cx="2929224" cy="6153153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63682" y="1219200"/>
            <a:ext cx="6113318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381000" y="990600"/>
            <a:ext cx="4035425" cy="1524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2290137"/>
      </p:ext>
    </p:extLst>
  </p:cSld>
  <p:clrMapOvr>
    <a:masterClrMapping/>
  </p:clrMapOvr>
  <p:hf hdr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: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381001" y="1524000"/>
            <a:ext cx="1904999" cy="754380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2476500" y="1523999"/>
            <a:ext cx="1920875" cy="7543801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562475" y="1523996"/>
            <a:ext cx="1914525" cy="7543804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16425" y="9296400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PwCFirm"/>
          <p:cNvSpPr txBox="1"/>
          <p:nvPr userDrawn="1"/>
        </p:nvSpPr>
        <p:spPr>
          <a:xfrm>
            <a:off x="363682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63682" y="1219200"/>
            <a:ext cx="6113318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381000" y="990600"/>
            <a:ext cx="4035425" cy="1524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0186495"/>
      </p:ext>
    </p:extLst>
  </p:cSld>
  <p:clrMapOvr>
    <a:masterClrMapping/>
  </p:clrMapOvr>
  <p:hf hdr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 with 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1863" y="1456764"/>
            <a:ext cx="4052455" cy="1165413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1"/>
              <a:t>Click to edit Master title style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2441863" y="2816414"/>
            <a:ext cx="4052455" cy="563282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 noProof="1"/>
              <a:t>Click to edit Master text styles</a:t>
            </a:r>
          </a:p>
          <a:p>
            <a:pPr lvl="1"/>
            <a:r>
              <a:rPr lang="en-GB" noProof="1"/>
              <a:t>Second level</a:t>
            </a:r>
          </a:p>
          <a:p>
            <a:pPr lvl="2"/>
            <a:r>
              <a:rPr lang="en-GB" noProof="1"/>
              <a:t>Third level</a:t>
            </a:r>
          </a:p>
          <a:p>
            <a:pPr lvl="3"/>
            <a:r>
              <a:rPr lang="en-GB" noProof="1"/>
              <a:t>Fourth level</a:t>
            </a:r>
          </a:p>
          <a:p>
            <a:pPr lvl="4"/>
            <a:r>
              <a:rPr lang="en-GB" noProof="1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363682" y="2816412"/>
            <a:ext cx="1974273" cy="2719294"/>
          </a:xfrm>
        </p:spPr>
        <p:txBody>
          <a:bodyPr/>
          <a:lstStyle>
            <a:lvl1pPr>
              <a:defRPr sz="1900" b="1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1"/>
              <a:t>Click to edit Master text styles</a:t>
            </a:r>
          </a:p>
        </p:txBody>
      </p:sp>
      <p:cxnSp>
        <p:nvCxnSpPr>
          <p:cNvPr id="30" name="Shape 29"/>
          <p:cNvCxnSpPr/>
          <p:nvPr/>
        </p:nvCxnSpPr>
        <p:spPr>
          <a:xfrm rot="5400000" flipH="1" flipV="1">
            <a:off x="4307110" y="-609506"/>
            <a:ext cx="220132" cy="4158442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000000"/>
                </a:solidFill>
              </a:rPr>
              <a:t>July 2013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1253585868"/>
      </p:ext>
    </p:extLst>
  </p:cSld>
  <p:clrMapOvr>
    <a:masterClrMapping/>
  </p:clrMapOvr>
  <p:hf hdr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14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000000"/>
                </a:solidFill>
              </a:rPr>
              <a:t>July 2013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2692168876"/>
      </p:ext>
    </p:extLst>
  </p:cSld>
  <p:clrMapOvr>
    <a:masterClrMapping/>
  </p:clrMapOvr>
  <p:hf hdr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14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51730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63682" y="2816414"/>
            <a:ext cx="6130637" cy="563282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cxnSp>
        <p:nvCxnSpPr>
          <p:cNvPr id="25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000000"/>
                </a:solidFill>
              </a:rPr>
              <a:t>July 2013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9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3018504489"/>
      </p:ext>
    </p:extLst>
  </p:cSld>
  <p:clrMapOvr>
    <a:masterClrMapping/>
  </p:clrMapOvr>
  <p:hf hdr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28588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000000"/>
                </a:solidFill>
              </a:rPr>
              <a:t>July 2013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1107616592"/>
      </p:ext>
    </p:extLst>
  </p:cSld>
  <p:clrMapOvr>
    <a:masterClrMapping/>
  </p:clrMapOvr>
  <p:hf hdr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6"/>
          <p:cNvSpPr>
            <a:spLocks noGrp="1"/>
          </p:cNvSpPr>
          <p:nvPr>
            <p:ph sz="quarter" idx="15"/>
          </p:nvPr>
        </p:nvSpPr>
        <p:spPr>
          <a:xfrm>
            <a:off x="363682" y="2816414"/>
            <a:ext cx="6130637" cy="5632823"/>
          </a:xfrm>
        </p:spPr>
        <p:txBody>
          <a:bodyPr/>
          <a:lstStyle>
            <a:lvl1pPr>
              <a:defRPr sz="3000" baseline="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3000">
                <a:solidFill>
                  <a:schemeClr val="tx2"/>
                </a:solidFill>
              </a:defRPr>
            </a:lvl2pPr>
            <a:lvl3pPr>
              <a:buClr>
                <a:schemeClr val="tx2"/>
              </a:buClr>
              <a:defRPr sz="3000">
                <a:solidFill>
                  <a:schemeClr val="tx2"/>
                </a:solidFill>
              </a:defRPr>
            </a:lvl3pPr>
            <a:lvl4pPr>
              <a:buClr>
                <a:schemeClr val="tx2"/>
              </a:buClr>
              <a:defRPr sz="30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3000">
                <a:solidFill>
                  <a:schemeClr val="tx2"/>
                </a:solidFill>
              </a:defRPr>
            </a:lvl5pPr>
            <a:lvl6pPr>
              <a:buClr>
                <a:schemeClr val="tx2"/>
              </a:buClr>
              <a:defRPr sz="3400" baseline="0">
                <a:solidFill>
                  <a:schemeClr val="tx2"/>
                </a:solidFill>
              </a:defRPr>
            </a:lvl6pPr>
            <a:lvl7pPr>
              <a:buClr>
                <a:schemeClr val="tx2"/>
              </a:buClr>
              <a:buAutoNum type="alphaLcPeriod"/>
              <a:defRPr sz="3400" baseline="0">
                <a:solidFill>
                  <a:schemeClr val="tx2"/>
                </a:solidFill>
              </a:defRPr>
            </a:lvl7pPr>
            <a:lvl8pPr>
              <a:buClr>
                <a:schemeClr val="tx2"/>
              </a:buClr>
              <a:buNone/>
              <a:defRPr sz="3400">
                <a:solidFill>
                  <a:schemeClr val="tx2"/>
                </a:solidFill>
              </a:defRPr>
            </a:lvl8pPr>
            <a:lvl9pPr>
              <a:defRPr sz="3400"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17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000000"/>
                </a:solidFill>
              </a:rPr>
              <a:t>July 2013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1566721517"/>
      </p:ext>
    </p:extLst>
  </p:cSld>
  <p:clrMapOvr>
    <a:masterClrMapping/>
  </p:clrMapOvr>
  <p:hf hdr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6"/>
          <p:cNvSpPr>
            <a:spLocks noGrp="1"/>
          </p:cNvSpPr>
          <p:nvPr>
            <p:ph sz="quarter" idx="15"/>
          </p:nvPr>
        </p:nvSpPr>
        <p:spPr>
          <a:xfrm>
            <a:off x="363682" y="2816414"/>
            <a:ext cx="6130637" cy="5632823"/>
          </a:xfrm>
        </p:spPr>
        <p:txBody>
          <a:bodyPr/>
          <a:lstStyle>
            <a:lvl1pPr>
              <a:defRPr sz="300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3000">
                <a:solidFill>
                  <a:schemeClr val="bg1"/>
                </a:solidFill>
              </a:defRPr>
            </a:lvl2pPr>
            <a:lvl3pPr>
              <a:buClr>
                <a:schemeClr val="tx2"/>
              </a:buClr>
              <a:defRPr sz="30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30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3000"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 sz="3000" baseline="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buAutoNum type="alphaLcPeriod"/>
              <a:defRPr sz="3000" baseline="0">
                <a:solidFill>
                  <a:schemeClr val="bg1"/>
                </a:solidFill>
              </a:defRPr>
            </a:lvl7pPr>
            <a:lvl8pPr marL="644645" indent="-214882">
              <a:buClr>
                <a:schemeClr val="bg1"/>
              </a:buClr>
              <a:buFont typeface="+mj-lt"/>
              <a:buAutoNum type="romanLcPeriod"/>
              <a:defRPr sz="3000">
                <a:solidFill>
                  <a:schemeClr val="bg1"/>
                </a:solidFill>
              </a:defRPr>
            </a:lvl8pPr>
            <a:lvl9pPr>
              <a:defRPr sz="30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17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</a:rPr>
              <a:t>July 2013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1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FFFFFF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4014985788"/>
      </p:ext>
    </p:extLst>
  </p:cSld>
  <p:clrMapOvr>
    <a:masterClrMapping/>
  </p:clrMapOvr>
  <p:hf hdr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363682" y="1651001"/>
            <a:ext cx="6130637" cy="582706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58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3682" y="2233706"/>
            <a:ext cx="6130637" cy="58270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000">
                <a:solidFill>
                  <a:schemeClr val="tx1"/>
                </a:solidFill>
              </a:defRPr>
            </a:lvl1pPr>
            <a:lvl2pPr marL="478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5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Click to edit Master subtitle style</a:t>
            </a:r>
            <a:endParaRPr lang="en-GB" noProof="0" dirty="0"/>
          </a:p>
        </p:txBody>
      </p:sp>
      <p:cxnSp>
        <p:nvCxnSpPr>
          <p:cNvPr id="9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000000"/>
                </a:solidFill>
              </a:rPr>
              <a:t>July 2013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4007826870"/>
      </p:ext>
    </p:extLst>
  </p:cSld>
  <p:clrMapOvr>
    <a:masterClrMapping/>
  </p:clrMapOvr>
  <p:hf hdr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363682" y="1651001"/>
            <a:ext cx="6130637" cy="582706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58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3682" y="2233706"/>
            <a:ext cx="6130637" cy="58270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 marL="478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5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Click to edit Master subtitle style</a:t>
            </a:r>
            <a:endParaRPr lang="en-GB" noProof="0" dirty="0"/>
          </a:p>
        </p:txBody>
      </p:sp>
      <p:cxnSp>
        <p:nvCxnSpPr>
          <p:cNvPr id="9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</a:rPr>
              <a:t>July 2013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1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FFFFFF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3895834279"/>
      </p:ext>
    </p:extLst>
  </p:cSld>
  <p:clrMapOvr>
    <a:masterClrMapping/>
  </p:clrMapOvr>
  <p:hf hdr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lour with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363682" y="1651001"/>
            <a:ext cx="6130637" cy="582706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58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3682" y="2233706"/>
            <a:ext cx="6130637" cy="58270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 marL="478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5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Click to edit Master subtitle style</a:t>
            </a:r>
            <a:endParaRPr lang="en-GB" noProof="0" dirty="0"/>
          </a:p>
        </p:txBody>
      </p:sp>
      <p:cxnSp>
        <p:nvCxnSpPr>
          <p:cNvPr id="9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11" name="Content Placeholder 19"/>
          <p:cNvSpPr>
            <a:spLocks noGrp="1"/>
          </p:cNvSpPr>
          <p:nvPr>
            <p:ph sz="quarter" idx="13"/>
          </p:nvPr>
        </p:nvSpPr>
        <p:spPr>
          <a:xfrm>
            <a:off x="363684" y="3787590"/>
            <a:ext cx="3013364" cy="46616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</a:rPr>
              <a:t>July 2013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363682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FFFFFF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1063922554"/>
      </p:ext>
    </p:extLst>
  </p:cSld>
  <p:clrMapOvr>
    <a:masterClrMapping/>
  </p:clrMapOvr>
  <p:hf hdr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Explanatory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363684" y="2622550"/>
            <a:ext cx="5195742" cy="6445250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3682" y="1459192"/>
            <a:ext cx="6130637" cy="2934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12" name="Shape 24"/>
          <p:cNvCxnSpPr/>
          <p:nvPr/>
        </p:nvCxnSpPr>
        <p:spPr>
          <a:xfrm flipV="1">
            <a:off x="285000" y="1362074"/>
            <a:ext cx="6192000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96400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5" name="PwCFirm"/>
          <p:cNvSpPr txBox="1"/>
          <p:nvPr userDrawn="1"/>
        </p:nvSpPr>
        <p:spPr>
          <a:xfrm>
            <a:off x="363683" y="9296400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295997193"/>
      </p:ext>
    </p:extLst>
  </p:cSld>
  <p:clrMapOvr>
    <a:masterClrMapping/>
  </p:clrMapOvr>
  <p:hf hdr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363682" y="8449237"/>
            <a:ext cx="3117273" cy="971177"/>
          </a:xfrm>
        </p:spPr>
        <p:txBody>
          <a:bodyPr anchor="b"/>
          <a:lstStyle>
            <a:lvl1pPr algn="l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/>
              <a:t>Add legal and copyright disclaimers here.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  <a:endParaRPr lang="en-GB" noProof="0" dirty="0"/>
          </a:p>
        </p:txBody>
      </p:sp>
      <p:cxnSp>
        <p:nvCxnSpPr>
          <p:cNvPr id="6" name="Shape 24"/>
          <p:cNvCxnSpPr/>
          <p:nvPr/>
        </p:nvCxnSpPr>
        <p:spPr>
          <a:xfrm flipV="1">
            <a:off x="259774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63828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: Colour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hape 24"/>
          <p:cNvCxnSpPr/>
          <p:nvPr/>
        </p:nvCxnSpPr>
        <p:spPr>
          <a:xfrm flipV="1">
            <a:off x="259775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</a:rPr>
              <a:t>Deriving value from your audit</a:t>
            </a:r>
          </a:p>
        </p:txBody>
      </p:sp>
      <p:sp>
        <p:nvSpPr>
          <p:cNvPr id="11" name="Content Placeholder 19"/>
          <p:cNvSpPr>
            <a:spLocks noGrp="1"/>
          </p:cNvSpPr>
          <p:nvPr>
            <p:ph sz="quarter" idx="13"/>
          </p:nvPr>
        </p:nvSpPr>
        <p:spPr>
          <a:xfrm>
            <a:off x="381000" y="1524000"/>
            <a:ext cx="2995614" cy="30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</a:rPr>
              <a:t>July 2013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363683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FFFFFF"/>
                </a:solidFill>
                <a:cs typeface="Arial" pitchFamily="34" charset="0"/>
              </a:rPr>
              <a:t>PwC</a:t>
            </a:r>
          </a:p>
        </p:txBody>
      </p:sp>
      <p:cxnSp>
        <p:nvCxnSpPr>
          <p:cNvPr id="8" name="Shape 24"/>
          <p:cNvCxnSpPr/>
          <p:nvPr userDrawn="1"/>
        </p:nvCxnSpPr>
        <p:spPr>
          <a:xfrm flipV="1">
            <a:off x="279600" y="1359648"/>
            <a:ext cx="4212000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19"/>
          <p:cNvSpPr>
            <a:spLocks noGrp="1"/>
          </p:cNvSpPr>
          <p:nvPr>
            <p:ph sz="quarter" idx="14"/>
          </p:nvPr>
        </p:nvSpPr>
        <p:spPr>
          <a:xfrm>
            <a:off x="3483600" y="1524000"/>
            <a:ext cx="2995614" cy="30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1337512"/>
      </p:ext>
    </p:extLst>
  </p:cSld>
  <p:clrMapOvr>
    <a:masterClrMapping/>
  </p:clrMapOvr>
  <p:hf hdr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: Colour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hape 24"/>
          <p:cNvCxnSpPr/>
          <p:nvPr/>
        </p:nvCxnSpPr>
        <p:spPr>
          <a:xfrm flipV="1">
            <a:off x="259775" y="1359648"/>
            <a:ext cx="6234547" cy="221427"/>
          </a:xfrm>
          <a:prstGeom prst="bentConnector3">
            <a:avLst>
              <a:gd name="adj1" fmla="val 0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</a:rPr>
              <a:t>Deriving value from your audit</a:t>
            </a:r>
          </a:p>
        </p:txBody>
      </p:sp>
      <p:sp>
        <p:nvSpPr>
          <p:cNvPr id="11" name="Content Placeholder 19"/>
          <p:cNvSpPr>
            <a:spLocks noGrp="1"/>
          </p:cNvSpPr>
          <p:nvPr>
            <p:ph sz="quarter" idx="13"/>
          </p:nvPr>
        </p:nvSpPr>
        <p:spPr>
          <a:xfrm>
            <a:off x="3012931" y="2590800"/>
            <a:ext cx="3013364" cy="30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</a:rPr>
              <a:t>July 2013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363683" y="9226178"/>
            <a:ext cx="1974273" cy="19423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900" dirty="0">
                <a:solidFill>
                  <a:srgbClr val="FFFFFF"/>
                </a:solidFill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729246081"/>
      </p:ext>
    </p:extLst>
  </p:cSld>
  <p:clrMapOvr>
    <a:masterClrMapping/>
  </p:clrMapOvr>
  <p:hf hdr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56.xml"/><Relationship Id="rId29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77.xml"/><Relationship Id="rId22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80.xml"/><Relationship Id="rId25" Type="http://schemas.openxmlformats.org/officeDocument/2006/relationships/slideLayout" Target="../slideLayouts/slideLayout81.xml"/><Relationship Id="rId26" Type="http://schemas.openxmlformats.org/officeDocument/2006/relationships/slideLayout" Target="../slideLayouts/slideLayout82.xml"/><Relationship Id="rId27" Type="http://schemas.openxmlformats.org/officeDocument/2006/relationships/slideLayout" Target="../slideLayouts/slideLayout83.xml"/><Relationship Id="rId28" Type="http://schemas.openxmlformats.org/officeDocument/2006/relationships/slideLayout" Target="../slideLayouts/slideLayout84.xml"/><Relationship Id="rId2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Click to edit</a:t>
            </a:r>
            <a:br>
              <a:rPr lang="en-GB" noProof="0" dirty="0"/>
            </a:br>
            <a:r>
              <a:rPr lang="en-GB" noProof="0" dirty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682" y="2816414"/>
            <a:ext cx="6130637" cy="5632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0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July 2013</a:t>
            </a:r>
            <a:endParaRPr lang="en-GB" dirty="0"/>
          </a:p>
        </p:txBody>
      </p:sp>
      <p:sp>
        <p:nvSpPr>
          <p:cNvPr id="5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2" r:id="rId2"/>
    <p:sldLayoutId id="2147483674" r:id="rId3"/>
    <p:sldLayoutId id="2147483651" r:id="rId4"/>
    <p:sldLayoutId id="2147483687" r:id="rId5"/>
    <p:sldLayoutId id="2147483678" r:id="rId6"/>
    <p:sldLayoutId id="2147483680" r:id="rId7"/>
    <p:sldLayoutId id="2147483654" r:id="rId8"/>
    <p:sldLayoutId id="2147483681" r:id="rId9"/>
    <p:sldLayoutId id="2147483683" r:id="rId10"/>
    <p:sldLayoutId id="2147483684" r:id="rId11"/>
    <p:sldLayoutId id="2147483685" r:id="rId12"/>
    <p:sldLayoutId id="2147483686" r:id="rId13"/>
    <p:sldLayoutId id="2147483662" r:id="rId14"/>
    <p:sldLayoutId id="2147483663" r:id="rId15"/>
    <p:sldLayoutId id="2147483664" r:id="rId16"/>
    <p:sldLayoutId id="2147483652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7" r:id="rId25"/>
    <p:sldLayoutId id="2147483676" r:id="rId26"/>
    <p:sldLayoutId id="2147483679" r:id="rId27"/>
    <p:sldLayoutId id="2147483682" r:id="rId28"/>
  </p:sldLayoutIdLst>
  <p:hf hdr="0"/>
  <p:txStyles>
    <p:titleStyle>
      <a:lvl1pPr algn="l" defTabSz="957685" rtl="0" eaLnBrk="1" latinLnBrk="0" hangingPunct="1">
        <a:lnSpc>
          <a:spcPct val="100000"/>
        </a:lnSpc>
        <a:spcBef>
          <a:spcPct val="0"/>
        </a:spcBef>
        <a:buNone/>
        <a:defRPr sz="1900" b="1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-214882" algn="l" defTabSz="957685" rtl="0" eaLnBrk="1" fontAlgn="auto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SzTx/>
        <a:buFontTx/>
        <a:buNone/>
        <a:tabLst/>
        <a:defRPr sz="1000" kern="1200">
          <a:solidFill>
            <a:schemeClr val="tx1"/>
          </a:solidFill>
          <a:latin typeface="Georgia" pitchFamily="18" charset="0"/>
          <a:ea typeface="+mn-ea"/>
          <a:cs typeface="+mn-cs"/>
        </a:defRPr>
      </a:lvl1pPr>
      <a:lvl2pPr marL="214882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Font typeface="Georgia" pitchFamily="18" charset="0"/>
        <a:buChar char="•"/>
        <a:defRPr sz="1000" kern="1200">
          <a:solidFill>
            <a:schemeClr val="tx1"/>
          </a:solidFill>
          <a:latin typeface="Georgia" pitchFamily="18" charset="0"/>
          <a:ea typeface="+mn-ea"/>
          <a:cs typeface="+mn-cs"/>
        </a:defRPr>
      </a:lvl2pPr>
      <a:lvl3pPr marL="429763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Font typeface="Georgia" pitchFamily="18" charset="0"/>
        <a:buChar char="-"/>
        <a:defRPr sz="1000" kern="1200">
          <a:solidFill>
            <a:schemeClr val="tx1"/>
          </a:solidFill>
          <a:latin typeface="Georgia" pitchFamily="18" charset="0"/>
          <a:ea typeface="+mn-ea"/>
          <a:cs typeface="+mn-cs"/>
        </a:defRPr>
      </a:lvl3pPr>
      <a:lvl4pPr marL="644645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Font typeface="Georgia" pitchFamily="18" charset="0"/>
        <a:buChar char="◦"/>
        <a:defRPr sz="1000" kern="1200">
          <a:solidFill>
            <a:schemeClr val="tx1"/>
          </a:solidFill>
          <a:latin typeface="Georgia" pitchFamily="18" charset="0"/>
          <a:ea typeface="+mn-ea"/>
          <a:cs typeface="+mn-cs"/>
        </a:defRPr>
      </a:lvl4pPr>
      <a:lvl5pPr marL="859528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Font typeface="Georgia" pitchFamily="18" charset="0"/>
        <a:buChar char="›"/>
        <a:defRPr sz="1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5pPr>
      <a:lvl6pPr marL="214882" marR="0" indent="-214882" algn="l" defTabSz="957685" rtl="0" eaLnBrk="1" fontAlgn="auto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SzPct val="100000"/>
        <a:buFont typeface="+mj-lt"/>
        <a:buAutoNum type="arabicPeriod"/>
        <a:tabLst/>
        <a:defRPr sz="1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6pPr>
      <a:lvl7pPr marL="429763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SzPct val="100000"/>
        <a:buFont typeface="+mj-lt"/>
        <a:buAutoNum type="alphaLcPeriod"/>
        <a:defRPr sz="1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7pPr>
      <a:lvl8pPr marL="644645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SzPct val="100000"/>
        <a:buFont typeface="+mj-lt"/>
        <a:buAutoNum type="romanLcPeriod"/>
        <a:defRPr sz="1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8pPr>
      <a:lvl9pPr marL="0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Font typeface="Arial" pitchFamily="34" charset="0"/>
        <a:buNone/>
        <a:defRPr sz="1000" b="1" kern="1200" baseline="0">
          <a:solidFill>
            <a:schemeClr val="tx2"/>
          </a:solidFill>
          <a:latin typeface="Georgia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842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685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527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370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213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055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1897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0739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Click to edit</a:t>
            </a:r>
            <a:br>
              <a:rPr lang="en-GB" noProof="0" dirty="0"/>
            </a:br>
            <a:r>
              <a:rPr lang="en-GB" noProof="0" dirty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682" y="2816414"/>
            <a:ext cx="6130637" cy="5632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0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000000"/>
                </a:solidFill>
              </a:rPr>
              <a:t>July 2013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5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671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</p:sldLayoutIdLst>
  <p:hf hdr="0"/>
  <p:txStyles>
    <p:titleStyle>
      <a:lvl1pPr algn="l" defTabSz="957685" rtl="0" eaLnBrk="1" latinLnBrk="0" hangingPunct="1">
        <a:lnSpc>
          <a:spcPct val="100000"/>
        </a:lnSpc>
        <a:spcBef>
          <a:spcPct val="0"/>
        </a:spcBef>
        <a:buNone/>
        <a:defRPr sz="1900" b="1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-214882" algn="l" defTabSz="957685" rtl="0" eaLnBrk="1" fontAlgn="auto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SzTx/>
        <a:buFontTx/>
        <a:buNone/>
        <a:tabLst/>
        <a:defRPr sz="1000" kern="1200">
          <a:solidFill>
            <a:schemeClr val="tx1"/>
          </a:solidFill>
          <a:latin typeface="Georgia" pitchFamily="18" charset="0"/>
          <a:ea typeface="+mn-ea"/>
          <a:cs typeface="+mn-cs"/>
        </a:defRPr>
      </a:lvl1pPr>
      <a:lvl2pPr marL="214882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Font typeface="Georgia" pitchFamily="18" charset="0"/>
        <a:buChar char="•"/>
        <a:defRPr sz="1000" kern="1200">
          <a:solidFill>
            <a:schemeClr val="tx1"/>
          </a:solidFill>
          <a:latin typeface="Georgia" pitchFamily="18" charset="0"/>
          <a:ea typeface="+mn-ea"/>
          <a:cs typeface="+mn-cs"/>
        </a:defRPr>
      </a:lvl2pPr>
      <a:lvl3pPr marL="429763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Font typeface="Georgia" pitchFamily="18" charset="0"/>
        <a:buChar char="-"/>
        <a:defRPr sz="1000" kern="1200">
          <a:solidFill>
            <a:schemeClr val="tx1"/>
          </a:solidFill>
          <a:latin typeface="Georgia" pitchFamily="18" charset="0"/>
          <a:ea typeface="+mn-ea"/>
          <a:cs typeface="+mn-cs"/>
        </a:defRPr>
      </a:lvl3pPr>
      <a:lvl4pPr marL="644645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Font typeface="Georgia" pitchFamily="18" charset="0"/>
        <a:buChar char="◦"/>
        <a:defRPr sz="1000" kern="1200">
          <a:solidFill>
            <a:schemeClr val="tx1"/>
          </a:solidFill>
          <a:latin typeface="Georgia" pitchFamily="18" charset="0"/>
          <a:ea typeface="+mn-ea"/>
          <a:cs typeface="+mn-cs"/>
        </a:defRPr>
      </a:lvl4pPr>
      <a:lvl5pPr marL="859528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Font typeface="Georgia" pitchFamily="18" charset="0"/>
        <a:buChar char="›"/>
        <a:defRPr sz="1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5pPr>
      <a:lvl6pPr marL="214882" marR="0" indent="-214882" algn="l" defTabSz="957685" rtl="0" eaLnBrk="1" fontAlgn="auto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SzPct val="100000"/>
        <a:buFont typeface="+mj-lt"/>
        <a:buAutoNum type="arabicPeriod"/>
        <a:tabLst/>
        <a:defRPr sz="1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6pPr>
      <a:lvl7pPr marL="429763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SzPct val="100000"/>
        <a:buFont typeface="+mj-lt"/>
        <a:buAutoNum type="alphaLcPeriod"/>
        <a:defRPr sz="1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7pPr>
      <a:lvl8pPr marL="644645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SzPct val="100000"/>
        <a:buFont typeface="+mj-lt"/>
        <a:buAutoNum type="romanLcPeriod"/>
        <a:defRPr sz="1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8pPr>
      <a:lvl9pPr marL="0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Font typeface="Arial" pitchFamily="34" charset="0"/>
        <a:buNone/>
        <a:defRPr sz="1000" b="1" kern="1200" baseline="0">
          <a:solidFill>
            <a:schemeClr val="tx2"/>
          </a:solidFill>
          <a:latin typeface="Georgia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842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685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527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370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213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055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1897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0739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682" y="1456764"/>
            <a:ext cx="6130637" cy="11654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Click to edit</a:t>
            </a:r>
            <a:br>
              <a:rPr lang="en-GB" noProof="0" dirty="0"/>
            </a:br>
            <a:r>
              <a:rPr lang="en-GB" noProof="0" dirty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682" y="2816414"/>
            <a:ext cx="6130637" cy="5632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EBD7F86-1881-4698-8703-FB80B080099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0" name="Date Placeholder 3"/>
          <p:cNvSpPr>
            <a:spLocks noGrp="1"/>
          </p:cNvSpPr>
          <p:nvPr>
            <p:ph type="dt" sz="half" idx="2"/>
          </p:nvPr>
        </p:nvSpPr>
        <p:spPr>
          <a:xfrm>
            <a:off x="5351318" y="9031941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>
                <a:solidFill>
                  <a:srgbClr val="000000"/>
                </a:solidFill>
              </a:rPr>
              <a:t>July 2013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5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732" y="9031943"/>
            <a:ext cx="3941588" cy="194234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041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43" r:id="rId26"/>
    <p:sldLayoutId id="2147483744" r:id="rId27"/>
    <p:sldLayoutId id="2147483745" r:id="rId28"/>
  </p:sldLayoutIdLst>
  <p:hf hdr="0"/>
  <p:txStyles>
    <p:titleStyle>
      <a:lvl1pPr algn="l" defTabSz="957685" rtl="0" eaLnBrk="1" latinLnBrk="0" hangingPunct="1">
        <a:lnSpc>
          <a:spcPct val="100000"/>
        </a:lnSpc>
        <a:spcBef>
          <a:spcPct val="0"/>
        </a:spcBef>
        <a:buNone/>
        <a:defRPr sz="1900" b="1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-214882" algn="l" defTabSz="957685" rtl="0" eaLnBrk="1" fontAlgn="auto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SzTx/>
        <a:buFontTx/>
        <a:buNone/>
        <a:tabLst/>
        <a:defRPr sz="1000" kern="1200">
          <a:solidFill>
            <a:schemeClr val="tx1"/>
          </a:solidFill>
          <a:latin typeface="Georgia" pitchFamily="18" charset="0"/>
          <a:ea typeface="+mn-ea"/>
          <a:cs typeface="+mn-cs"/>
        </a:defRPr>
      </a:lvl1pPr>
      <a:lvl2pPr marL="214882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Font typeface="Georgia" pitchFamily="18" charset="0"/>
        <a:buChar char="•"/>
        <a:defRPr sz="1000" kern="1200">
          <a:solidFill>
            <a:schemeClr val="tx1"/>
          </a:solidFill>
          <a:latin typeface="Georgia" pitchFamily="18" charset="0"/>
          <a:ea typeface="+mn-ea"/>
          <a:cs typeface="+mn-cs"/>
        </a:defRPr>
      </a:lvl2pPr>
      <a:lvl3pPr marL="429763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Font typeface="Georgia" pitchFamily="18" charset="0"/>
        <a:buChar char="-"/>
        <a:defRPr sz="1000" kern="1200">
          <a:solidFill>
            <a:schemeClr val="tx1"/>
          </a:solidFill>
          <a:latin typeface="Georgia" pitchFamily="18" charset="0"/>
          <a:ea typeface="+mn-ea"/>
          <a:cs typeface="+mn-cs"/>
        </a:defRPr>
      </a:lvl3pPr>
      <a:lvl4pPr marL="644645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Font typeface="Georgia" pitchFamily="18" charset="0"/>
        <a:buChar char="◦"/>
        <a:defRPr sz="1000" kern="1200">
          <a:solidFill>
            <a:schemeClr val="tx1"/>
          </a:solidFill>
          <a:latin typeface="Georgia" pitchFamily="18" charset="0"/>
          <a:ea typeface="+mn-ea"/>
          <a:cs typeface="+mn-cs"/>
        </a:defRPr>
      </a:lvl4pPr>
      <a:lvl5pPr marL="859528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Font typeface="Georgia" pitchFamily="18" charset="0"/>
        <a:buChar char="›"/>
        <a:defRPr sz="1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5pPr>
      <a:lvl6pPr marL="214882" marR="0" indent="-214882" algn="l" defTabSz="957685" rtl="0" eaLnBrk="1" fontAlgn="auto" latinLnBrk="0" hangingPunct="1">
        <a:lnSpc>
          <a:spcPct val="100000"/>
        </a:lnSpc>
        <a:spcBef>
          <a:spcPts val="0"/>
        </a:spcBef>
        <a:spcAft>
          <a:spcPts val="563"/>
        </a:spcAft>
        <a:buClr>
          <a:schemeClr val="tx1"/>
        </a:buClr>
        <a:buSzPct val="100000"/>
        <a:buFont typeface="+mj-lt"/>
        <a:buAutoNum type="arabicPeriod"/>
        <a:tabLst/>
        <a:defRPr sz="1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6pPr>
      <a:lvl7pPr marL="429763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SzPct val="100000"/>
        <a:buFont typeface="+mj-lt"/>
        <a:buAutoNum type="alphaLcPeriod"/>
        <a:defRPr sz="1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7pPr>
      <a:lvl8pPr marL="644645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SzPct val="100000"/>
        <a:buFont typeface="+mj-lt"/>
        <a:buAutoNum type="romanLcPeriod"/>
        <a:defRPr sz="1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8pPr>
      <a:lvl9pPr marL="0" indent="-214882" algn="l" defTabSz="957685" rtl="0" eaLnBrk="1" latinLnBrk="0" hangingPunct="1">
        <a:lnSpc>
          <a:spcPct val="100000"/>
        </a:lnSpc>
        <a:spcBef>
          <a:spcPts val="0"/>
        </a:spcBef>
        <a:spcAft>
          <a:spcPts val="563"/>
        </a:spcAft>
        <a:buFont typeface="Arial" pitchFamily="34" charset="0"/>
        <a:buNone/>
        <a:defRPr sz="1000" b="1" kern="1200" baseline="0">
          <a:solidFill>
            <a:schemeClr val="tx2"/>
          </a:solidFill>
          <a:latin typeface="Georgia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842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685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527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370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213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055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1897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0739" algn="l" defTabSz="9576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341" y="-84551"/>
            <a:ext cx="6858000" cy="990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05400" y="4512849"/>
            <a:ext cx="1752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t>17/06/2026</a:t>
            </a:r>
            <a:endParaRPr lang="en-US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Arial Black"/>
              </a:rPr>
              <a:t>09/06/2026</a:t>
            </a:r>
            <a:endParaRPr lang="en-US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090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87660" y="9031941"/>
            <a:ext cx="3941588" cy="194234"/>
          </a:xfrm>
        </p:spPr>
        <p:txBody>
          <a:bodyPr/>
          <a:lstStyle/>
          <a:p>
            <a:r>
              <a:rPr lang="en-GB" dirty="0">
                <a:solidFill>
                  <a:srgbClr val="FFFFFF"/>
                </a:solidFill>
                <a:latin typeface="Arial"/>
              </a:rPr>
              <a:t>Deriving value from your audit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BD7F86-1881-4698-8703-FB80B0800997}" type="slidenum">
              <a:rPr lang="en-GB" smtClean="0">
                <a:solidFill>
                  <a:srgbClr val="FFFFFF"/>
                </a:solidFill>
                <a:latin typeface="Arial"/>
              </a:rPr>
              <a:pPr/>
              <a:t>2</a:t>
            </a:fld>
            <a:endParaRPr lang="en-GB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2"/>
          </p:nvPr>
        </p:nvSpPr>
        <p:spPr>
          <a:xfrm>
            <a:off x="5342756" y="9031941"/>
            <a:ext cx="1143000" cy="194236"/>
          </a:xfrm>
        </p:spPr>
        <p:txBody>
          <a:bodyPr/>
          <a:lstStyle/>
          <a:p>
            <a:r>
              <a:rPr lang="en-GB" dirty="0">
                <a:solidFill>
                  <a:srgbClr val="FFFFFF"/>
                </a:solidFill>
                <a:latin typeface="Arial"/>
              </a:rPr>
              <a:t>July 2013</a:t>
            </a:r>
          </a:p>
        </p:txBody>
      </p:sp>
      <p:sp>
        <p:nvSpPr>
          <p:cNvPr id="17" name="Slide Number Placeholder 3"/>
          <p:cNvSpPr txBox="1">
            <a:spLocks/>
          </p:cNvSpPr>
          <p:nvPr/>
        </p:nvSpPr>
        <p:spPr>
          <a:xfrm>
            <a:off x="5326285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marL="0" algn="r" defTabSz="957796" rtl="0" eaLnBrk="1" latinLnBrk="0" hangingPunct="1">
              <a:defRPr sz="9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7889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7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66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5594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492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3390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52289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3118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BD7F86-1881-4698-8703-FB80B0800997}" type="slidenum">
              <a:rPr lang="en-GB" smtClean="0">
                <a:solidFill>
                  <a:srgbClr val="FFFFFF"/>
                </a:solidFill>
                <a:latin typeface="Arial"/>
              </a:rPr>
              <a:pPr/>
              <a:t>2</a:t>
            </a:fld>
            <a:endParaRPr lang="en-GB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-25758" y="15015"/>
            <a:ext cx="6894287" cy="14129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25" y="144745"/>
            <a:ext cx="1026135" cy="103644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0" y="9299291"/>
            <a:ext cx="6858000" cy="563164"/>
          </a:xfrm>
          <a:prstGeom prst="rect">
            <a:avLst/>
          </a:prstGeom>
        </p:spPr>
      </p:pic>
      <p:sp>
        <p:nvSpPr>
          <p:cNvPr id="20" name="Slide Number Placeholder 5"/>
          <p:cNvSpPr txBox="1">
            <a:spLocks/>
          </p:cNvSpPr>
          <p:nvPr/>
        </p:nvSpPr>
        <p:spPr>
          <a:xfrm>
            <a:off x="-124547" y="9527301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marL="0" algn="r" defTabSz="957796" rtl="0" eaLnBrk="1" latinLnBrk="0" hangingPunct="1">
              <a:defRPr sz="9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7889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7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66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5594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492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3390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52289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3118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FFFFFF"/>
                </a:solidFill>
                <a:latin typeface="Arial"/>
              </a:rPr>
              <a:t>RUBBERGROUP.VN</a:t>
            </a:r>
          </a:p>
        </p:txBody>
      </p:sp>
      <p:sp>
        <p:nvSpPr>
          <p:cNvPr id="21" name="Slide Number Placeholder 5"/>
          <p:cNvSpPr txBox="1">
            <a:spLocks/>
          </p:cNvSpPr>
          <p:nvPr/>
        </p:nvSpPr>
        <p:spPr>
          <a:xfrm>
            <a:off x="4495800" y="9527301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marL="0" algn="r" defTabSz="957796" rtl="0" eaLnBrk="1" latinLnBrk="0" hangingPunct="1">
              <a:defRPr sz="9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7889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7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66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5594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492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3390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52289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3118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FFFFFF"/>
                </a:solidFill>
                <a:latin typeface="Arial"/>
              </a:rPr>
              <a:t>BAN THỊ TRƯỜNG KINH DOANH</a:t>
            </a:r>
          </a:p>
        </p:txBody>
      </p:sp>
      <p:sp>
        <p:nvSpPr>
          <p:cNvPr id="23" name="Content Placeholder 9"/>
          <p:cNvSpPr>
            <a:spLocks noGrp="1"/>
          </p:cNvSpPr>
          <p:nvPr>
            <p:ph sz="quarter" idx="13"/>
          </p:nvPr>
        </p:nvSpPr>
        <p:spPr>
          <a:xfrm>
            <a:off x="2220045" y="349866"/>
            <a:ext cx="4432300" cy="854935"/>
          </a:xfrm>
        </p:spPr>
        <p:txBody>
          <a:bodyPr vert="horz" lIns="0" tIns="0" rIns="0" bIns="0" rtlCol="0" anchor="t">
            <a:noAutofit/>
          </a:bodyPr>
          <a:lstStyle/>
          <a:p>
            <a:pPr indent="-214630">
              <a:spcAft>
                <a:spcPts val="0"/>
              </a:spcAft>
            </a:pPr>
            <a:r>
              <a:rPr lang="en-US" sz="1400" b="1" dirty="0">
                <a:latin typeface="+mn-lt"/>
              </a:rPr>
              <a:t>BẢN TIN THỊ TRƯỜNG CAO SU NGÀY </a:t>
            </a:r>
            <a:r>
              <a:rPr lang="en-US" sz="1400" b="1" dirty="0" smtClean="0">
                <a:latin typeface="+mn-lt"/>
              </a:rPr>
              <a:t>17/06/2026</a:t>
            </a:r>
            <a:endParaRPr lang="en-US" sz="1400" b="1" dirty="0">
              <a:latin typeface="+mn-lt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7731" y="1524000"/>
            <a:ext cx="6205961" cy="27699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</a:rPr>
              <a:t> I. Giá cao su thiên nhiên thế giới ngày 17/06/2026</a:t>
            </a:r>
            <a:r>
              <a:rPr lang="en-US" sz="1200" b="1" dirty="0">
                <a:solidFill>
                  <a:srgbClr val="00B050"/>
                </a:solidFill>
              </a:rPr>
              <a:t/>
            </a:r>
            <a:r>
              <a:rPr lang="vi-VN" sz="1200" b="1" dirty="0">
                <a:solidFill>
                  <a:srgbClr val="00B050"/>
                </a:solidFill>
              </a:rPr>
              <a:t/>
            </a:r>
            <a:r>
              <a:rPr lang="en-US" sz="1200" b="1" dirty="0">
                <a:solidFill>
                  <a:srgbClr val="00B050"/>
                </a:solidFill>
              </a:rPr>
              <a:t/>
            </a:r>
            <a:r>
              <a:rPr lang="en-US" sz="1200" b="1" dirty="0" smtClean="0">
                <a:solidFill>
                  <a:srgbClr val="00B050"/>
                </a:solidFill>
              </a:rPr>
              <a:t/>
            </a:r>
            <a:r>
              <a:rPr lang="vi-VN" sz="1200" b="1" dirty="0" smtClean="0">
                <a:solidFill>
                  <a:srgbClr val="00B050"/>
                </a:solidFill>
              </a:rPr>
              <a:t/>
            </a:r>
            <a:r>
              <a:rPr lang="en-US" sz="1200" b="1" dirty="0">
                <a:solidFill>
                  <a:srgbClr val="00B050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60021" y="5054726"/>
            <a:ext cx="46391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sz="1200" b="1" kern="0" dirty="0">
                <a:solidFill>
                  <a:srgbClr val="00B050"/>
                </a:solidFill>
              </a:rPr>
              <a:t> </a:t>
            </a:r>
          </a:p>
          <a:p>
            <a:pPr defTabSz="914400">
              <a:defRPr/>
            </a:pPr>
            <a:r>
              <a:rPr lang="en-US" sz="1200" b="1" kern="0" dirty="0">
                <a:solidFill>
                  <a:srgbClr val="00B050"/>
                </a:solidFill>
              </a:rPr>
              <a:t>II. Giá </a:t>
            </a:r>
            <a:r>
              <a:rPr lang="en-US" sz="1200" b="1" kern="0" dirty="0" err="1">
                <a:solidFill>
                  <a:srgbClr val="00B050"/>
                </a:solidFill>
              </a:rPr>
              <a:t>các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sản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phẩm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cao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su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giao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ngay</a:t>
            </a:r>
            <a:r>
              <a:rPr lang="en-US" sz="1200" b="1" kern="0" dirty="0">
                <a:solidFill>
                  <a:srgbClr val="00B050"/>
                </a:solidFill>
              </a:rPr>
              <a:t>:   </a:t>
            </a:r>
          </a:p>
          <a:p>
            <a:pPr defTabSz="914400">
              <a:defRPr/>
            </a:pPr>
            <a:r>
              <a:rPr lang="en-US" sz="1200" b="1" kern="0" dirty="0">
                <a:solidFill>
                  <a:srgbClr val="00B050"/>
                </a:solidFill>
              </a:rPr>
              <a:t>             </a:t>
            </a:r>
            <a:endParaRPr lang="en-US" sz="1200" kern="0" dirty="0">
              <a:solidFill>
                <a:srgbClr val="00B050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738047"/>
              </p:ext>
            </p:extLst>
          </p:nvPr>
        </p:nvGraphicFramePr>
        <p:xfrm>
          <a:off x="533402" y="1907890"/>
          <a:ext cx="6118943" cy="3223994"/>
        </p:xfrm>
        <a:graphic>
          <a:graphicData uri="http://schemas.openxmlformats.org/drawingml/2006/table">
            <a:tbl>
              <a:tblPr/>
              <a:tblGrid>
                <a:gridCol w="872258">
                  <a:extLst>
                    <a:ext uri="{9D8B030D-6E8A-4147-A177-3AD203B41FA5}">
                      <a16:colId xmlns:a16="http://schemas.microsoft.com/office/drawing/2014/main" val="3450142685"/>
                    </a:ext>
                  </a:extLst>
                </a:gridCol>
                <a:gridCol w="809203">
                  <a:extLst>
                    <a:ext uri="{9D8B030D-6E8A-4147-A177-3AD203B41FA5}">
                      <a16:colId xmlns:a16="http://schemas.microsoft.com/office/drawing/2014/main" val="831339686"/>
                    </a:ext>
                  </a:extLst>
                </a:gridCol>
                <a:gridCol w="874885">
                  <a:extLst>
                    <a:ext uri="{9D8B030D-6E8A-4147-A177-3AD203B41FA5}">
                      <a16:colId xmlns:a16="http://schemas.microsoft.com/office/drawing/2014/main" val="2301344606"/>
                    </a:ext>
                  </a:extLst>
                </a:gridCol>
                <a:gridCol w="704113">
                  <a:extLst>
                    <a:ext uri="{9D8B030D-6E8A-4147-A177-3AD203B41FA5}">
                      <a16:colId xmlns:a16="http://schemas.microsoft.com/office/drawing/2014/main" val="867117154"/>
                    </a:ext>
                  </a:extLst>
                </a:gridCol>
                <a:gridCol w="809203">
                  <a:extLst>
                    <a:ext uri="{9D8B030D-6E8A-4147-A177-3AD203B41FA5}">
                      <a16:colId xmlns:a16="http://schemas.microsoft.com/office/drawing/2014/main" val="2926355872"/>
                    </a:ext>
                  </a:extLst>
                </a:gridCol>
                <a:gridCol w="809203">
                  <a:extLst>
                    <a:ext uri="{9D8B030D-6E8A-4147-A177-3AD203B41FA5}">
                      <a16:colId xmlns:a16="http://schemas.microsoft.com/office/drawing/2014/main" val="1634522894"/>
                    </a:ext>
                  </a:extLst>
                </a:gridCol>
                <a:gridCol w="641058">
                  <a:extLst>
                    <a:ext uri="{9D8B030D-6E8A-4147-A177-3AD203B41FA5}">
                      <a16:colId xmlns:a16="http://schemas.microsoft.com/office/drawing/2014/main" val="2559233948"/>
                    </a:ext>
                  </a:extLst>
                </a:gridCol>
                <a:gridCol w="599020">
                  <a:extLst>
                    <a:ext uri="{9D8B030D-6E8A-4147-A177-3AD203B41FA5}">
                      <a16:colId xmlns:a16="http://schemas.microsoft.com/office/drawing/2014/main" val="978970335"/>
                    </a:ext>
                  </a:extLst>
                </a:gridCol>
              </a:tblGrid>
              <a:tr h="467602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STT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`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Chủng loại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vi-VN" sz="11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Đơn vị tính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Giá</a:t>
                      </a:r>
                      <a:br/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(16/06/26)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Giá</a:t>
                      </a:r>
                      <a:br/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(17/06/26)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Thay đổi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848539"/>
                  </a:ext>
                </a:extLst>
              </a:tr>
              <a:tr h="3445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USD/T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782635"/>
                  </a:ext>
                </a:extLst>
              </a:tr>
              <a:tr h="3445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OSE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RSS3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USD/T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2,652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2,644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173860"/>
                  </a:ext>
                </a:extLst>
              </a:tr>
              <a:tr h="34454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SHANGHAI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RSS3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USD/T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2,598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2,595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6271838"/>
                  </a:ext>
                </a:extLst>
              </a:tr>
              <a:tr h="34454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SGX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RSS3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USD/T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2,988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2,994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66305"/>
                  </a:ext>
                </a:extLst>
              </a:tr>
              <a:tr h="3445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TSR20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USD/T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2,251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2,259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5073622"/>
                  </a:ext>
                </a:extLst>
              </a:tr>
              <a:tr h="344549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SMRCV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USD/T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3,234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3,252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+18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271403"/>
                  </a:ext>
                </a:extLst>
              </a:tr>
              <a:tr h="3445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SMR20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USD/T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2,320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2,316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35918"/>
                  </a:ext>
                </a:extLst>
              </a:tr>
              <a:tr h="3445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LATEX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USD/T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1,874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1,882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07391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249853"/>
              </p:ext>
            </p:extLst>
          </p:nvPr>
        </p:nvGraphicFramePr>
        <p:xfrm>
          <a:off x="533403" y="5611815"/>
          <a:ext cx="6118942" cy="3507475"/>
        </p:xfrm>
        <a:graphic>
          <a:graphicData uri="http://schemas.openxmlformats.org/drawingml/2006/table">
            <a:tbl>
              <a:tblPr/>
              <a:tblGrid>
                <a:gridCol w="2009950">
                  <a:extLst>
                    <a:ext uri="{9D8B030D-6E8A-4147-A177-3AD203B41FA5}">
                      <a16:colId xmlns:a16="http://schemas.microsoft.com/office/drawing/2014/main" val="62106302"/>
                    </a:ext>
                  </a:extLst>
                </a:gridCol>
                <a:gridCol w="983592">
                  <a:extLst>
                    <a:ext uri="{9D8B030D-6E8A-4147-A177-3AD203B41FA5}">
                      <a16:colId xmlns:a16="http://schemas.microsoft.com/office/drawing/2014/main" val="336245842"/>
                    </a:ext>
                  </a:extLst>
                </a:gridCol>
                <a:gridCol w="1012102">
                  <a:extLst>
                    <a:ext uri="{9D8B030D-6E8A-4147-A177-3AD203B41FA5}">
                      <a16:colId xmlns:a16="http://schemas.microsoft.com/office/drawing/2014/main" val="2482336095"/>
                    </a:ext>
                  </a:extLst>
                </a:gridCol>
                <a:gridCol w="1054867">
                  <a:extLst>
                    <a:ext uri="{9D8B030D-6E8A-4147-A177-3AD203B41FA5}">
                      <a16:colId xmlns:a16="http://schemas.microsoft.com/office/drawing/2014/main" val="1823955329"/>
                    </a:ext>
                  </a:extLst>
                </a:gridCol>
                <a:gridCol w="1058431">
                  <a:extLst>
                    <a:ext uri="{9D8B030D-6E8A-4147-A177-3AD203B41FA5}">
                      <a16:colId xmlns:a16="http://schemas.microsoft.com/office/drawing/2014/main" val="3265903288"/>
                    </a:ext>
                  </a:extLst>
                </a:gridCol>
              </a:tblGrid>
              <a:tr h="71552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Chủng Loại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Giá</a:t>
                      </a:r>
                      <a:br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(16/06/26)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Giá</a:t>
                      </a:r>
                      <a:br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(17/06/26)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Thay đổi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063540"/>
                  </a:ext>
                </a:extLst>
              </a:tr>
              <a:tr h="4349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USD/T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993050"/>
                  </a:ext>
                </a:extLst>
              </a:tr>
              <a:tr h="3928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RSS3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3,064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595820"/>
                  </a:ext>
                </a:extLst>
              </a:tr>
              <a:tr h="3928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2,594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2,580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0954265"/>
                  </a:ext>
                </a:extLst>
              </a:tr>
              <a:tr h="3928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SMR20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2,320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2,320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618700"/>
                  </a:ext>
                </a:extLst>
              </a:tr>
              <a:tr h="3928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SIR20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441352"/>
                  </a:ext>
                </a:extLst>
              </a:tr>
              <a:tr h="3928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Thai Latex 60% (Bulk)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1,963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1,969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99673"/>
                  </a:ext>
                </a:extLst>
              </a:tr>
              <a:tr h="3928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Thai Latex 60% (Drums)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2,063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2,069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849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342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>
                <a:solidFill>
                  <a:srgbClr val="FFFFFF"/>
                </a:solidFill>
              </a:rPr>
              <a:t>Deriving value from your audit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BD7F86-1881-4698-8703-FB80B0800997}" type="slidenum">
              <a:rPr lang="en-GB" smtClean="0">
                <a:solidFill>
                  <a:srgbClr val="FFFFFF"/>
                </a:solidFill>
              </a:rPr>
              <a:pPr/>
              <a:t>3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>
                <a:solidFill>
                  <a:srgbClr val="FFFFFF"/>
                </a:solidFill>
              </a:rPr>
              <a:t>July 2013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7" name="Slide Number Placeholder 3"/>
          <p:cNvSpPr txBox="1">
            <a:spLocks/>
          </p:cNvSpPr>
          <p:nvPr/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marL="0" algn="r" defTabSz="957796" rtl="0" eaLnBrk="1" latinLnBrk="0" hangingPunct="1">
              <a:defRPr sz="9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7889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7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66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5594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492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3390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52289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3118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BD7F86-1881-4698-8703-FB80B0800997}" type="slidenum">
              <a:rPr lang="en-GB" smtClean="0">
                <a:solidFill>
                  <a:srgbClr val="FFFFFF"/>
                </a:solidFill>
              </a:rPr>
              <a:pPr/>
              <a:t>3</a:t>
            </a:fld>
            <a:endParaRPr lang="en-GB">
              <a:solidFill>
                <a:srgbClr val="FFFFFF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-2" y="-5607"/>
            <a:ext cx="6894287" cy="14129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25" y="144745"/>
            <a:ext cx="1026135" cy="103644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0" y="9342837"/>
            <a:ext cx="6858000" cy="563164"/>
          </a:xfrm>
          <a:prstGeom prst="rect">
            <a:avLst/>
          </a:prstGeom>
        </p:spPr>
      </p:pic>
      <p:sp>
        <p:nvSpPr>
          <p:cNvPr id="20" name="Slide Number Placeholder 5"/>
          <p:cNvSpPr txBox="1">
            <a:spLocks/>
          </p:cNvSpPr>
          <p:nvPr/>
        </p:nvSpPr>
        <p:spPr>
          <a:xfrm>
            <a:off x="-124547" y="9527301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marL="0" algn="r" defTabSz="957796" rtl="0" eaLnBrk="1" latinLnBrk="0" hangingPunct="1">
              <a:defRPr sz="9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7889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7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66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5594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492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3390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52289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3118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FFFFFF"/>
                </a:solidFill>
              </a:rPr>
              <a:t>RUBBERGROUP.VN</a:t>
            </a:r>
          </a:p>
        </p:txBody>
      </p:sp>
      <p:sp>
        <p:nvSpPr>
          <p:cNvPr id="21" name="Slide Number Placeholder 5"/>
          <p:cNvSpPr txBox="1">
            <a:spLocks/>
          </p:cNvSpPr>
          <p:nvPr/>
        </p:nvSpPr>
        <p:spPr>
          <a:xfrm>
            <a:off x="4495800" y="9527301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marL="0" algn="r" defTabSz="957796" rtl="0" eaLnBrk="1" latinLnBrk="0" hangingPunct="1">
              <a:defRPr sz="9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7889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7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66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5594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492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3390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52289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3118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FFFFFF"/>
                </a:solidFill>
              </a:rPr>
              <a:t>BAN THỊ TRƯỜNG KINH DOANH</a:t>
            </a:r>
          </a:p>
        </p:txBody>
      </p:sp>
      <p:sp>
        <p:nvSpPr>
          <p:cNvPr id="23" name="Content Placeholder 9"/>
          <p:cNvSpPr>
            <a:spLocks noGrp="1"/>
          </p:cNvSpPr>
          <p:nvPr>
            <p:ph sz="quarter" idx="13"/>
          </p:nvPr>
        </p:nvSpPr>
        <p:spPr>
          <a:xfrm>
            <a:off x="2220045" y="349866"/>
            <a:ext cx="4432300" cy="854935"/>
          </a:xfrm>
        </p:spPr>
        <p:txBody>
          <a:bodyPr vert="horz" lIns="0" tIns="0" rIns="0" bIns="0" rtlCol="0" anchor="t">
            <a:noAutofit/>
          </a:bodyPr>
          <a:lstStyle/>
          <a:p>
            <a:pPr indent="-214630">
              <a:spcAft>
                <a:spcPts val="0"/>
              </a:spcAft>
            </a:pPr>
            <a:endParaRPr lang="en-US" sz="1400" b="1" dirty="0">
              <a:latin typeface="+mn-lt"/>
              <a:cs typeface="Arial"/>
            </a:endParaRPr>
          </a:p>
          <a:p>
            <a:pPr indent="-214630">
              <a:spcAft>
                <a:spcPts val="0"/>
              </a:spcAft>
            </a:pPr>
            <a:r>
              <a:rPr lang="en-US" sz="1400" b="1" dirty="0">
                <a:latin typeface="+mn-lt"/>
              </a:rPr>
              <a:t>BẢN TIN THỊ TRƯỜNG CAO SU NGÀY </a:t>
            </a:r>
            <a:r>
              <a:rPr lang="en-US" sz="1400" b="1" dirty="0" smtClean="0">
                <a:latin typeface="+mn-lt"/>
              </a:rPr>
              <a:t>17/06/2026</a:t>
            </a:r>
            <a:endParaRPr lang="en-US" sz="1400" b="1" dirty="0">
              <a:latin typeface="+mn-lt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7731" y="1524000"/>
            <a:ext cx="6284613" cy="554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58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1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>
                <a:solidFill>
                  <a:srgbClr val="00B050"/>
                </a:solidFill>
              </a:rPr>
              <a:t>III. Giá </a:t>
            </a:r>
            <a:r>
              <a:rPr lang="en-US" sz="1200" b="1" kern="0" dirty="0" err="1">
                <a:solidFill>
                  <a:srgbClr val="00B050"/>
                </a:solidFill>
              </a:rPr>
              <a:t>cao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su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trong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nước</a:t>
            </a:r>
            <a:r>
              <a:rPr lang="en-US" sz="1200" b="1" kern="0" dirty="0">
                <a:solidFill>
                  <a:srgbClr val="00B050"/>
                </a:solidFill>
              </a:rPr>
              <a:t>: </a:t>
            </a:r>
          </a:p>
          <a:p>
            <a:pPr marL="117475" defTabSz="957580">
              <a:defRPr/>
            </a:pPr>
            <a:r>
              <a:rPr lang="en-US" sz="1200" b="1" kern="0" dirty="0">
                <a:solidFill>
                  <a:srgbClr val="00B050"/>
                </a:solidFill>
              </a:rPr>
              <a:t> 1. </a:t>
            </a:r>
            <a:r>
              <a:rPr lang="vi-VN" sz="1200" b="1" kern="0" dirty="0">
                <a:solidFill>
                  <a:srgbClr val="00B050"/>
                </a:solidFill>
              </a:rPr>
              <a:t>Giá sàn Tập đoàn lần thứ</a:t>
            </a:r>
            <a:r>
              <a:rPr lang="en-US" sz="1200" b="1" kern="0" dirty="0">
                <a:solidFill>
                  <a:srgbClr val="00B050"/>
                </a:solidFill>
              </a:rPr>
              <a:t>  </a:t>
            </a:r>
            <a:r>
              <a:rPr lang="en-US" sz="1200" b="1" kern="0" dirty="0" smtClean="0">
                <a:solidFill>
                  <a:srgbClr val="00B050"/>
                </a:solidFill>
              </a:rPr>
              <a:t>13 </a:t>
            </a:r>
            <a:r>
              <a:rPr lang="en-US" sz="1200" b="1" kern="0" dirty="0">
                <a:solidFill>
                  <a:srgbClr val="00B050"/>
                </a:solidFill>
              </a:rPr>
              <a:t>&amp; </a:t>
            </a:r>
            <a:r>
              <a:rPr lang="en-US" sz="1200" b="1" kern="0" dirty="0" smtClean="0">
                <a:solidFill>
                  <a:srgbClr val="00B050"/>
                </a:solidFill>
              </a:rPr>
              <a:t>14 </a:t>
            </a:r>
            <a:r>
              <a:rPr lang="vi-VN" sz="1200" b="1" kern="0" dirty="0">
                <a:solidFill>
                  <a:srgbClr val="00B050"/>
                </a:solidFill>
              </a:rPr>
              <a:t>: Giá xuất khẩu FOB/FCA (USD/T) cảng Tp.HCM và giá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vi-VN" sz="1200" b="1" kern="0" dirty="0">
                <a:solidFill>
                  <a:srgbClr val="00B050"/>
                </a:solidFill>
              </a:rPr>
              <a:t>bán Nội địa (VNĐ/tấn) giao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hàng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tại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kho</a:t>
            </a:r>
            <a:r>
              <a:rPr lang="en-US" sz="1200" b="1" kern="0" dirty="0">
                <a:solidFill>
                  <a:srgbClr val="00B050"/>
                </a:solidFill>
              </a:rPr>
              <a:t>.   </a:t>
            </a: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defRPr/>
            </a:pPr>
            <a:r>
              <a:rPr lang="en-US" sz="1200" b="1" kern="0" dirty="0">
                <a:solidFill>
                  <a:srgbClr val="00B050"/>
                </a:solidFill>
              </a:rPr>
              <a:t>                                                      </a:t>
            </a:r>
            <a:endParaRPr lang="en-US" sz="1200" kern="0" dirty="0">
              <a:solidFill>
                <a:srgbClr val="00B05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8040" y="7162800"/>
            <a:ext cx="6017560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580">
              <a:spcBef>
                <a:spcPts val="600"/>
              </a:spcBef>
              <a:spcAft>
                <a:spcPts val="600"/>
              </a:spcAft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spcBef>
                <a:spcPts val="600"/>
              </a:spcBef>
              <a:spcAft>
                <a:spcPts val="600"/>
              </a:spcAft>
              <a:defRPr/>
            </a:pPr>
            <a:endParaRPr lang="en-US" sz="1300" b="1" kern="0" dirty="0">
              <a:solidFill>
                <a:srgbClr val="00B050"/>
              </a:solidFill>
            </a:endParaRPr>
          </a:p>
          <a:p>
            <a:pPr defTabSz="95758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 b="1" kern="0" dirty="0">
                <a:solidFill>
                  <a:srgbClr val="00B050"/>
                </a:solidFill>
              </a:rPr>
              <a:t>2. Giá </a:t>
            </a:r>
            <a:r>
              <a:rPr lang="en-US" sz="1200" b="1" kern="0" dirty="0" err="1">
                <a:solidFill>
                  <a:srgbClr val="00B050"/>
                </a:solidFill>
              </a:rPr>
              <a:t>mủ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nguyên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liệu</a:t>
            </a:r>
            <a:r>
              <a:rPr lang="en-US" sz="1200" b="1" kern="0" dirty="0">
                <a:solidFill>
                  <a:srgbClr val="00B050"/>
                </a:solidFill>
              </a:rPr>
              <a:t> (do </a:t>
            </a:r>
            <a:r>
              <a:rPr lang="en-US" sz="1200" b="1" kern="0" dirty="0" err="1">
                <a:solidFill>
                  <a:srgbClr val="00B050"/>
                </a:solidFill>
              </a:rPr>
              <a:t>các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đơn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vị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thành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viên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cung</a:t>
            </a:r>
            <a:r>
              <a:rPr lang="en-US" sz="1200" b="1" kern="0" dirty="0">
                <a:solidFill>
                  <a:srgbClr val="00B050"/>
                </a:solidFill>
              </a:rPr>
              <a:t> </a:t>
            </a:r>
            <a:r>
              <a:rPr lang="en-US" sz="1200" b="1" kern="0" dirty="0" err="1">
                <a:solidFill>
                  <a:srgbClr val="00B050"/>
                </a:solidFill>
              </a:rPr>
              <a:t>cấp</a:t>
            </a:r>
            <a:r>
              <a:rPr lang="en-US" sz="1200" b="1" kern="0" dirty="0">
                <a:solidFill>
                  <a:srgbClr val="00B050"/>
                </a:solidFill>
              </a:rPr>
              <a:t>)- </a:t>
            </a:r>
            <a:r>
              <a:rPr lang="en-US" sz="1200" b="1" kern="0" dirty="0" err="1">
                <a:solidFill>
                  <a:srgbClr val="00B050"/>
                </a:solidFill>
              </a:rPr>
              <a:t>đồng</a:t>
            </a:r>
            <a:r>
              <a:rPr lang="en-US" sz="1200" b="1" kern="0" dirty="0">
                <a:solidFill>
                  <a:srgbClr val="00B050"/>
                </a:solidFill>
              </a:rPr>
              <a:t>/</a:t>
            </a:r>
            <a:r>
              <a:rPr lang="en-US" sz="1200" b="1" kern="0" dirty="0" err="1">
                <a:solidFill>
                  <a:srgbClr val="00B050"/>
                </a:solidFill>
              </a:rPr>
              <a:t>độ</a:t>
            </a:r>
            <a:r>
              <a:rPr lang="en-US" sz="1200" b="1" kern="0" dirty="0">
                <a:solidFill>
                  <a:srgbClr val="00B050"/>
                </a:solidFill>
              </a:rPr>
              <a:t> TSC): </a:t>
            </a:r>
            <a:endParaRPr lang="en-US" sz="1300" kern="0" dirty="0" smtClean="0"/>
          </a:p>
          <a:p>
            <a:pPr lvl="0" defTabSz="957580">
              <a:spcBef>
                <a:spcPts val="600"/>
              </a:spcBef>
              <a:defRPr/>
            </a:pPr>
            <a:r>
              <a:rPr lang="en-US" sz="1300" kern="0" dirty="0" err="1">
                <a:solidFill>
                  <a:srgbClr val="000000"/>
                </a:solidFill>
              </a:rPr>
              <a:t>Khu vực Bình Dương: 573 đ/độ TSC</a:t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err="1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err="1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err="1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smtClean="0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err="1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</a:p>
          <a:p>
            <a:pPr lvl="0" defTabSz="957580">
              <a:defRPr/>
            </a:pPr>
            <a:r>
              <a:rPr lang="en-US" sz="1300" kern="0" dirty="0" err="1">
                <a:solidFill>
                  <a:srgbClr val="000000"/>
                </a:solidFill>
              </a:rPr>
              <a:t>Khu vực Bình Phước: 538-580 đ/độ TSC</a:t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err="1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err="1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err="1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smtClean="0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err="1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</a:p>
          <a:p>
            <a:pPr lvl="0" defTabSz="957580">
              <a:defRPr/>
            </a:pPr>
            <a:r>
              <a:rPr lang="en-US" sz="1300" kern="0" dirty="0" err="1">
                <a:solidFill>
                  <a:srgbClr val="000000"/>
                </a:solidFill>
              </a:rPr>
              <a:t>Khu vực Bình Thuận: 545 đ/độ TSC</a:t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err="1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err="1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err="1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smtClean="0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err="1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</a:p>
          <a:p>
            <a:pPr lvl="0" defTabSz="957580">
              <a:defRPr/>
            </a:pPr>
            <a:r>
              <a:rPr lang="en-US" sz="1300" kern="0" dirty="0" err="1">
                <a:solidFill>
                  <a:srgbClr val="000000"/>
                </a:solidFill>
              </a:rPr>
              <a:t>Khu vực Tây Ninh: 570 đ/độ TSC</a:t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err="1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err="1" smtClean="0">
                <a:solidFill>
                  <a:srgbClr val="000000"/>
                </a:solidFill>
              </a:rPr>
              <a:t/>
            </a:r>
            <a:r>
              <a:rPr lang="en-US" sz="1300" kern="0" dirty="0" smtClean="0">
                <a:solidFill>
                  <a:srgbClr val="000000"/>
                </a:solidFill>
              </a:rPr>
              <a:t/>
            </a:r>
            <a:r>
              <a:rPr lang="en-US" sz="1300" kern="0" dirty="0" err="1" smtClean="0">
                <a:solidFill>
                  <a:srgbClr val="000000"/>
                </a:solidFill>
              </a:rPr>
              <a:t/>
            </a:r>
            <a:r>
              <a:rPr lang="en-US" sz="1300" kern="0" dirty="0" smtClean="0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  <a:r>
              <a:rPr lang="en-US" sz="1300" kern="0" dirty="0" err="1">
                <a:solidFill>
                  <a:srgbClr val="000000"/>
                </a:solidFill>
              </a:rPr>
              <a:t/>
            </a:r>
            <a:r>
              <a:rPr lang="en-US" sz="1300" kern="0" dirty="0">
                <a:solidFill>
                  <a:srgbClr val="000000"/>
                </a:solidFill>
              </a:rPr>
              <a:t/>
            </a:r>
          </a:p>
          <a:p>
            <a:pPr lvl="0" defTabSz="957580">
              <a:defRPr/>
            </a:pPr>
            <a:endParaRPr lang="en-US" sz="1300" kern="0" dirty="0">
              <a:solidFill>
                <a:srgbClr val="000000"/>
              </a:solidFill>
            </a:endParaRPr>
          </a:p>
          <a:p>
            <a:pPr defTabSz="957580">
              <a:spcBef>
                <a:spcPts val="600"/>
              </a:spcBef>
              <a:defRPr/>
            </a:pPr>
            <a:endParaRPr lang="en-US" sz="1300" kern="0" dirty="0" smtClean="0"/>
          </a:p>
          <a:p>
            <a:pPr defTabSz="957580">
              <a:spcBef>
                <a:spcPts val="600"/>
              </a:spcBef>
              <a:defRPr/>
            </a:pPr>
            <a:endParaRPr lang="en-US" sz="1300" kern="0" dirty="0"/>
          </a:p>
          <a:p>
            <a:pPr defTabSz="957580">
              <a:spcBef>
                <a:spcPts val="600"/>
              </a:spcBef>
              <a:defRPr/>
            </a:pPr>
            <a:endParaRPr lang="en-US" sz="1300" kern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338942"/>
              </p:ext>
            </p:extLst>
          </p:nvPr>
        </p:nvGraphicFramePr>
        <p:xfrm>
          <a:off x="688041" y="2438394"/>
          <a:ext cx="5806278" cy="5334003"/>
        </p:xfrm>
        <a:graphic>
          <a:graphicData uri="http://schemas.openxmlformats.org/drawingml/2006/table">
            <a:tbl>
              <a:tblPr/>
              <a:tblGrid>
                <a:gridCol w="1120321">
                  <a:extLst>
                    <a:ext uri="{9D8B030D-6E8A-4147-A177-3AD203B41FA5}">
                      <a16:colId xmlns:a16="http://schemas.microsoft.com/office/drawing/2014/main" val="1149999447"/>
                    </a:ext>
                  </a:extLst>
                </a:gridCol>
                <a:gridCol w="1192136">
                  <a:extLst>
                    <a:ext uri="{9D8B030D-6E8A-4147-A177-3AD203B41FA5}">
                      <a16:colId xmlns:a16="http://schemas.microsoft.com/office/drawing/2014/main" val="1068628972"/>
                    </a:ext>
                  </a:extLst>
                </a:gridCol>
                <a:gridCol w="1192136">
                  <a:extLst>
                    <a:ext uri="{9D8B030D-6E8A-4147-A177-3AD203B41FA5}">
                      <a16:colId xmlns:a16="http://schemas.microsoft.com/office/drawing/2014/main" val="2387529185"/>
                    </a:ext>
                  </a:extLst>
                </a:gridCol>
                <a:gridCol w="1149047">
                  <a:extLst>
                    <a:ext uri="{9D8B030D-6E8A-4147-A177-3AD203B41FA5}">
                      <a16:colId xmlns:a16="http://schemas.microsoft.com/office/drawing/2014/main" val="1705270512"/>
                    </a:ext>
                  </a:extLst>
                </a:gridCol>
                <a:gridCol w="1152638">
                  <a:extLst>
                    <a:ext uri="{9D8B030D-6E8A-4147-A177-3AD203B41FA5}">
                      <a16:colId xmlns:a16="http://schemas.microsoft.com/office/drawing/2014/main" val="436167407"/>
                    </a:ext>
                  </a:extLst>
                </a:gridCol>
              </a:tblGrid>
              <a:tr h="64090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Chủng Loại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9A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Giá sàn lần trước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/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9A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Giá sàn (17/06/2026)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/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9A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101698"/>
                  </a:ext>
                </a:extLst>
              </a:tr>
              <a:tr h="9510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Giá XK FOB/FCA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(USD/T)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9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Giá nội địa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(VNĐ/T)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9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Giá XK FOB/FCA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(USD/T)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9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Giá nội địa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(VNĐ/T)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408133"/>
                  </a:ext>
                </a:extLst>
              </a:tr>
              <a:tr h="2687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SVR CV 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2,510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64,500,000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2,510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64,500,000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405899"/>
                  </a:ext>
                </a:extLst>
              </a:tr>
              <a:tr h="2894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SVR CV60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2,490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63,950,000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2,490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63,950,000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376127"/>
                  </a:ext>
                </a:extLst>
              </a:tr>
              <a:tr h="2894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SVR 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2,460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63,200,000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2,460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63,200,000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671731"/>
                  </a:ext>
                </a:extLst>
              </a:tr>
              <a:tr h="2894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SVR 3L Mix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2,465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63,300,000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2,465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63,300,000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643710"/>
                  </a:ext>
                </a:extLst>
              </a:tr>
              <a:tr h="2894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SVR 3L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2,450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62,900,000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2,450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62,900,000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7273093"/>
                  </a:ext>
                </a:extLst>
              </a:tr>
              <a:tr h="2894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SVR 5S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2,440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62,650,000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2,440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62,650,000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456167"/>
                  </a:ext>
                </a:extLst>
              </a:tr>
              <a:tr h="2894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SVR 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2,430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62,400,000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2,430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62,400,000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933892"/>
                  </a:ext>
                </a:extLst>
              </a:tr>
              <a:tr h="2894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SVR 10 Mix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59,000,000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59,000,000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293846"/>
                  </a:ext>
                </a:extLst>
              </a:tr>
              <a:tr h="2894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SVR 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58,500,000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58,500,000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030611"/>
                  </a:ext>
                </a:extLst>
              </a:tr>
              <a:tr h="2894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SVR 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2,260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57,950,000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2,260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57,950,000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7651166"/>
                  </a:ext>
                </a:extLst>
              </a:tr>
              <a:tr h="2894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RSS 3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2,490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63,950,000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2,490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63,950,000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9158"/>
                  </a:ext>
                </a:extLst>
              </a:tr>
              <a:tr h="2894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RSS 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2,510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64,450,000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2,510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64,450,000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16300"/>
                  </a:ext>
                </a:extLst>
              </a:tr>
              <a:tr h="2894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LATEX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1,760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45,500,000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1,760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45,500,000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4602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7779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8DC90-B4E4-1940-E7F8-A1F2A8980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75F3206-C641-C009-70DB-2D73C87B7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38526" y="9507879"/>
            <a:ext cx="3941588" cy="194234"/>
          </a:xfrm>
        </p:spPr>
        <p:txBody>
          <a:bodyPr/>
          <a:lstStyle/>
          <a:p>
            <a:r>
              <a:rPr lang="en-GB" dirty="0">
                <a:solidFill>
                  <a:srgbClr val="FFFFFF"/>
                </a:solidFill>
                <a:latin typeface="Arial"/>
              </a:rPr>
              <a:t>Deriving value from your audit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7DFA8-8875-5E4C-28AD-44BAE4699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BD7F86-1881-4698-8703-FB80B0800997}" type="slidenum">
              <a:rPr lang="en-GB" smtClean="0">
                <a:solidFill>
                  <a:srgbClr val="FFFFFF"/>
                </a:solidFill>
                <a:latin typeface="Arial"/>
              </a:rPr>
              <a:pPr/>
              <a:t>4</a:t>
            </a:fld>
            <a:endParaRPr lang="en-GB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362B57-43C2-F903-9D8E-FFBDCA58DDE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>
                <a:solidFill>
                  <a:srgbClr val="FFFFFF"/>
                </a:solidFill>
                <a:latin typeface="Arial"/>
              </a:rPr>
              <a:t>July 2013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B552E99B-87E5-FAD3-3BCF-D27D1118F927}"/>
              </a:ext>
            </a:extLst>
          </p:cNvPr>
          <p:cNvSpPr txBox="1">
            <a:spLocks/>
          </p:cNvSpPr>
          <p:nvPr/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marL="0" algn="r" defTabSz="957796" rtl="0" eaLnBrk="1" latinLnBrk="0" hangingPunct="1">
              <a:defRPr sz="9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7889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7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66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5594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492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3390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52289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3118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BD7F86-1881-4698-8703-FB80B0800997}" type="slidenum">
              <a:rPr lang="en-GB" smtClean="0">
                <a:solidFill>
                  <a:srgbClr val="FFFFFF"/>
                </a:solidFill>
                <a:latin typeface="Arial"/>
              </a:rPr>
              <a:pPr/>
              <a:t>4</a:t>
            </a:fld>
            <a:endParaRPr lang="en-GB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A7E3A31-E763-08DB-A7C9-AF65FD7DD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-36287" y="111589"/>
            <a:ext cx="6894287" cy="14129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4A1B0D-97EE-D527-3866-06B9AE494B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25" y="144745"/>
            <a:ext cx="1026135" cy="103644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72BDB84-ADC9-A3FD-5679-B1E827F7A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0" y="9342837"/>
            <a:ext cx="6858000" cy="563164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AD40C7B-1D59-334E-CBC6-41604690F0AD}"/>
              </a:ext>
            </a:extLst>
          </p:cNvPr>
          <p:cNvSpPr txBox="1">
            <a:spLocks/>
          </p:cNvSpPr>
          <p:nvPr/>
        </p:nvSpPr>
        <p:spPr>
          <a:xfrm>
            <a:off x="-124547" y="9527301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marL="0" algn="r" defTabSz="957796" rtl="0" eaLnBrk="1" latinLnBrk="0" hangingPunct="1">
              <a:defRPr sz="9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7889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7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66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5594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492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3390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52289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3118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FFFFFF"/>
                </a:solidFill>
                <a:latin typeface="Arial"/>
              </a:rPr>
              <a:t>RUBBERGROUP.VN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9F814A1-AF0A-3F61-C4F7-F277EBD33B65}"/>
              </a:ext>
            </a:extLst>
          </p:cNvPr>
          <p:cNvSpPr txBox="1">
            <a:spLocks/>
          </p:cNvSpPr>
          <p:nvPr/>
        </p:nvSpPr>
        <p:spPr>
          <a:xfrm>
            <a:off x="4495800" y="9527301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marL="0" algn="r" defTabSz="957796" rtl="0" eaLnBrk="1" latinLnBrk="0" hangingPunct="1">
              <a:defRPr sz="9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7889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7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66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5594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492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3390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52289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3118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FFFFFF"/>
                </a:solidFill>
                <a:latin typeface="Arial"/>
              </a:rPr>
              <a:t>BAN THỊ TRƯỜNG KINH DOANH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D2C4FDB0-18AA-2435-8EDF-82AE0AB96A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20045" y="679823"/>
            <a:ext cx="4432300" cy="524978"/>
          </a:xfrm>
        </p:spPr>
        <p:txBody>
          <a:bodyPr vert="horz" lIns="0" tIns="0" rIns="0" bIns="0" rtlCol="0" anchor="t">
            <a:noAutofit/>
          </a:bodyPr>
          <a:lstStyle/>
          <a:p>
            <a:pPr indent="-214630">
              <a:spcAft>
                <a:spcPts val="0"/>
              </a:spcAft>
            </a:pPr>
            <a:r>
              <a:rPr lang="en-US" sz="1400" b="1" dirty="0">
                <a:latin typeface="+mn-lt"/>
              </a:rPr>
              <a:t>BẢN TIN THỊ TRƯỜNG CAO SU NGÀY </a:t>
            </a:r>
            <a:r>
              <a:rPr lang="en-US" sz="1400" b="1" dirty="0" smtClean="0">
                <a:latin typeface="+mn-lt"/>
              </a:rPr>
              <a:t>17/06/2026</a:t>
            </a:r>
            <a:endParaRPr lang="en-US" sz="1400" b="1" dirty="0">
              <a:latin typeface="+mn-lt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CA046A-F9FB-ACFA-A703-ACA34EA3B5BD}"/>
              </a:ext>
            </a:extLst>
          </p:cNvPr>
          <p:cNvSpPr/>
          <p:nvPr/>
        </p:nvSpPr>
        <p:spPr>
          <a:xfrm>
            <a:off x="577885" y="1524535"/>
            <a:ext cx="6074459" cy="808875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6350" marR="635" indent="-6350" algn="just">
              <a:spcBef>
                <a:spcPts val="1200"/>
              </a:spcBef>
              <a:spcAft>
                <a:spcPts val="1200"/>
              </a:spcAft>
            </a:pPr>
            <a:r>
              <a:rPr lang="en-US" sz="1200" b="1" dirty="0">
                <a:solidFill>
                  <a:srgbClr val="00B050"/>
                </a:solidFill>
                <a:ea typeface="Calibri"/>
              </a:rPr>
              <a:t>IV. </a:t>
            </a:r>
            <a:r>
              <a:rPr lang="en-US" sz="1200" b="1" dirty="0" err="1">
                <a:solidFill>
                  <a:srgbClr val="00B050"/>
                </a:solidFill>
                <a:ea typeface="Calibri"/>
              </a:rPr>
              <a:t>Các</a:t>
            </a:r>
            <a:r>
              <a:rPr lang="en-US" sz="1200" b="1" dirty="0">
                <a:solidFill>
                  <a:srgbClr val="00B050"/>
                </a:solidFill>
                <a:ea typeface="Calibri"/>
              </a:rPr>
              <a:t> </a:t>
            </a:r>
            <a:r>
              <a:rPr lang="en-US" sz="1200" b="1" dirty="0" err="1">
                <a:solidFill>
                  <a:srgbClr val="00B050"/>
                </a:solidFill>
                <a:ea typeface="Calibri"/>
              </a:rPr>
              <a:t>thông</a:t>
            </a:r>
            <a:r>
              <a:rPr lang="en-US" sz="1200" b="1" dirty="0">
                <a:solidFill>
                  <a:srgbClr val="00B050"/>
                </a:solidFill>
                <a:ea typeface="Calibri"/>
              </a:rPr>
              <a:t> tin </a:t>
            </a:r>
            <a:r>
              <a:rPr lang="en-US" sz="1200" b="1" dirty="0" err="1">
                <a:solidFill>
                  <a:srgbClr val="00B050"/>
                </a:solidFill>
                <a:ea typeface="Calibri"/>
              </a:rPr>
              <a:t>thị</a:t>
            </a:r>
            <a:r>
              <a:rPr lang="en-US" sz="1200" b="1" dirty="0">
                <a:solidFill>
                  <a:srgbClr val="00B050"/>
                </a:solidFill>
                <a:ea typeface="Calibri"/>
              </a:rPr>
              <a:t> </a:t>
            </a:r>
            <a:r>
              <a:rPr lang="en-US" sz="1200" b="1" dirty="0" err="1">
                <a:solidFill>
                  <a:srgbClr val="00B050"/>
                </a:solidFill>
                <a:ea typeface="Calibri"/>
              </a:rPr>
              <a:t>trường</a:t>
            </a:r>
            <a:r>
              <a:rPr lang="en-US" sz="1200" b="1" dirty="0">
                <a:solidFill>
                  <a:srgbClr val="00B050"/>
                </a:solidFill>
                <a:ea typeface="Calibri"/>
              </a:rPr>
              <a:t> </a:t>
            </a:r>
            <a:r>
              <a:rPr lang="en-US" sz="1200" b="1" dirty="0" err="1">
                <a:solidFill>
                  <a:srgbClr val="00B050"/>
                </a:solidFill>
                <a:ea typeface="Calibri"/>
              </a:rPr>
              <a:t>liên</a:t>
            </a:r>
            <a:r>
              <a:rPr lang="en-US" sz="1200" b="1" dirty="0">
                <a:solidFill>
                  <a:srgbClr val="00B050"/>
                </a:solidFill>
                <a:ea typeface="Calibri"/>
              </a:rPr>
              <a:t> </a:t>
            </a:r>
            <a:r>
              <a:rPr lang="en-US" sz="1200" b="1" dirty="0" err="1">
                <a:solidFill>
                  <a:srgbClr val="00B050"/>
                </a:solidFill>
                <a:ea typeface="Calibri"/>
              </a:rPr>
              <a:t>quan</a:t>
            </a:r>
            <a:r>
              <a:rPr lang="en-US" sz="1200" b="1" dirty="0">
                <a:solidFill>
                  <a:srgbClr val="00B050"/>
                </a:solidFill>
                <a:ea typeface="Calibri"/>
              </a:rPr>
              <a:t>: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en-US" sz="125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en-US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1.  Giá cao su 17/06 trên các sàn giao dịch thế giới:</a:t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sz="1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0215" algn="l"/>
              </a:tabLst>
            </a:pP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Sàn TOCOM (Nhật Bản): giá mẫu (chưa có data thật)</a:t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sz="1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0215" algn="l"/>
              </a:tabLst>
            </a:pP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Sàn SHFE (Thượng Hải - Trung Quốc): giá mẫu (chưa có data thật)</a:t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sz="1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0215" algn="l"/>
              </a:tabLst>
            </a:pP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Sàn SGX (Singapore): giá mẫu (chưa có data thật)</a:t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sz="1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0215" algn="l"/>
              </a:tabLst>
            </a:pP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Sàn MRB (Malaysia): giá mẫu (chưa có data thật)</a:t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sz="1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tabLst>
                <a:tab pos="450215" algn="l"/>
              </a:tabLst>
            </a:pP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2.  Giá Physical 17/06: không có giá giao dịch.</a:t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sz="1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0215" algn="l"/>
              </a:tabLst>
            </a:pP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>RSS3 giao dịch ở mức ... usd/tấn</a:t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300" dirty="0"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sz="1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</a:pP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13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1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</a:pPr>
            <a:r>
              <a:rPr lang="en-US" sz="1300" dirty="0" err="1">
                <a:ea typeface="Calibri" panose="020F0502020204030204" pitchFamily="34" charset="0"/>
              </a:rPr>
              <a:t>Giá cao su kỳ hạn tại Nhật Bản giảm do thị trường kỳ vọng nguồn cung cao su toàn cầu sẽ gia tăng trong thời gian tới.</a:t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</a:p>
          <a:p>
            <a:pPr marL="342900" lvl="0" indent="-342900" algn="just">
              <a:lnSpc>
                <a:spcPct val="12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</a:pPr>
            <a:r>
              <a:rPr lang="en-US" sz="1300" dirty="0" err="1">
                <a:ea typeface="Calibri" panose="020F0502020204030204" pitchFamily="34" charset="0"/>
              </a:rPr>
              <a:t>Nhiều nhà máy sản xuất cao su tổng hợp tại Trung Quốc đã nâng công suất hoạt động sau khi hoàn tất các đợt bảo trì.</a:t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  <a:r>
              <a:rPr lang="en-US" sz="1300" dirty="0" err="1">
                <a:ea typeface="Calibri" panose="020F0502020204030204" pitchFamily="34" charset="0"/>
              </a:rPr>
              <a:t/>
            </a:r>
            <a:r>
              <a:rPr lang="en-US" sz="1300" dirty="0">
                <a:ea typeface="Calibri" panose="020F0502020204030204" pitchFamily="34" charset="0"/>
              </a:rPr>
              <a:t/>
            </a: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endParaRPr lang="en-US" sz="1350" dirty="0" smtClean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531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8DC90-B4E4-1940-E7F8-A1F2A8980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75F3206-C641-C009-70DB-2D73C87B7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38526" y="9507879"/>
            <a:ext cx="3941588" cy="194234"/>
          </a:xfrm>
        </p:spPr>
        <p:txBody>
          <a:bodyPr/>
          <a:lstStyle/>
          <a:p>
            <a:r>
              <a:rPr lang="en-GB" dirty="0">
                <a:solidFill>
                  <a:srgbClr val="FFFFFF"/>
                </a:solidFill>
                <a:latin typeface="Arial"/>
              </a:rPr>
              <a:t>Deriving value from your audit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7DFA8-8875-5E4C-28AD-44BAE4699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EBD7F86-1881-4698-8703-FB80B0800997}" type="slidenum">
              <a:rPr lang="en-GB" smtClean="0">
                <a:solidFill>
                  <a:srgbClr val="FFFFFF"/>
                </a:solidFill>
                <a:latin typeface="Arial"/>
              </a:rPr>
              <a:pPr/>
              <a:t>5</a:t>
            </a:fld>
            <a:endParaRPr lang="en-GB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362B57-43C2-F903-9D8E-FFBDCA58DDE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dirty="0">
                <a:solidFill>
                  <a:srgbClr val="FFFFFF"/>
                </a:solidFill>
                <a:latin typeface="Arial"/>
              </a:rPr>
              <a:t>July 2013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B552E99B-87E5-FAD3-3BCF-D27D1118F927}"/>
              </a:ext>
            </a:extLst>
          </p:cNvPr>
          <p:cNvSpPr txBox="1">
            <a:spLocks/>
          </p:cNvSpPr>
          <p:nvPr/>
        </p:nvSpPr>
        <p:spPr>
          <a:xfrm>
            <a:off x="5351318" y="9226178"/>
            <a:ext cx="1143000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marL="0" algn="r" defTabSz="957796" rtl="0" eaLnBrk="1" latinLnBrk="0" hangingPunct="1">
              <a:defRPr sz="9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7889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7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66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5594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492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3390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52289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3118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BD7F86-1881-4698-8703-FB80B0800997}" type="slidenum">
              <a:rPr lang="en-GB" smtClean="0">
                <a:solidFill>
                  <a:srgbClr val="FFFFFF"/>
                </a:solidFill>
                <a:latin typeface="Arial"/>
              </a:rPr>
              <a:pPr/>
              <a:t>5</a:t>
            </a:fld>
            <a:endParaRPr lang="en-GB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A7E3A31-E763-08DB-A7C9-AF65FD7DD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-36287" y="111589"/>
            <a:ext cx="6894287" cy="14129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4A1B0D-97EE-D527-3866-06B9AE494B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25" y="144745"/>
            <a:ext cx="1026135" cy="103644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72BDB84-ADC9-A3FD-5679-B1E827F7A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0" y="9342837"/>
            <a:ext cx="6858000" cy="563164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AD40C7B-1D59-334E-CBC6-41604690F0AD}"/>
              </a:ext>
            </a:extLst>
          </p:cNvPr>
          <p:cNvSpPr txBox="1">
            <a:spLocks/>
          </p:cNvSpPr>
          <p:nvPr/>
        </p:nvSpPr>
        <p:spPr>
          <a:xfrm>
            <a:off x="-124547" y="9527301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marL="0" algn="r" defTabSz="957796" rtl="0" eaLnBrk="1" latinLnBrk="0" hangingPunct="1">
              <a:defRPr sz="9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7889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7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66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5594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492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3390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52289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3118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FFFFFF"/>
                </a:solidFill>
                <a:latin typeface="Arial"/>
              </a:rPr>
              <a:t>RUBBERGROUP.VN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9F814A1-AF0A-3F61-C4F7-F277EBD33B65}"/>
              </a:ext>
            </a:extLst>
          </p:cNvPr>
          <p:cNvSpPr txBox="1">
            <a:spLocks/>
          </p:cNvSpPr>
          <p:nvPr/>
        </p:nvSpPr>
        <p:spPr>
          <a:xfrm>
            <a:off x="4495800" y="9527301"/>
            <a:ext cx="2077893" cy="19423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marL="0" algn="r" defTabSz="957796" rtl="0" eaLnBrk="1" latinLnBrk="0" hangingPunct="1">
              <a:defRPr sz="9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7889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7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6696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5594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492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3390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52289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31188" algn="l" defTabSz="957796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FFFFFF"/>
                </a:solidFill>
                <a:latin typeface="Arial"/>
              </a:rPr>
              <a:t>BAN THỊ TRƯỜNG KINH DOANH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D2C4FDB0-18AA-2435-8EDF-82AE0AB96A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20045" y="679823"/>
            <a:ext cx="4432300" cy="524978"/>
          </a:xfrm>
        </p:spPr>
        <p:txBody>
          <a:bodyPr vert="horz" lIns="0" tIns="0" rIns="0" bIns="0" rtlCol="0" anchor="t">
            <a:noAutofit/>
          </a:bodyPr>
          <a:lstStyle/>
          <a:p>
            <a:pPr indent="-214630">
              <a:spcAft>
                <a:spcPts val="0"/>
              </a:spcAft>
            </a:pPr>
            <a:r>
              <a:rPr lang="en-US" sz="1400" b="1" dirty="0">
                <a:latin typeface="+mn-lt"/>
              </a:rPr>
              <a:t>BẢN TIN THỊ TRƯỜNG CAO SU NGÀY </a:t>
            </a:r>
            <a:r>
              <a:rPr lang="en-US" sz="1400" b="1" dirty="0" smtClean="0">
                <a:latin typeface="+mn-lt"/>
              </a:rPr>
              <a:t>17/06/2026</a:t>
            </a:r>
            <a:endParaRPr lang="en-US" sz="1400" b="1" dirty="0">
              <a:latin typeface="+mn-lt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CA046A-F9FB-ACFA-A703-ACA34EA3B5BD}"/>
              </a:ext>
            </a:extLst>
          </p:cNvPr>
          <p:cNvSpPr/>
          <p:nvPr/>
        </p:nvSpPr>
        <p:spPr>
          <a:xfrm>
            <a:off x="577885" y="1524535"/>
            <a:ext cx="6074459" cy="266265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6350" marR="635" indent="-6350" algn="just">
              <a:spcBef>
                <a:spcPts val="1200"/>
              </a:spcBef>
              <a:spcAft>
                <a:spcPts val="1200"/>
              </a:spcAft>
            </a:pPr>
            <a:r>
              <a:rPr lang="en-US" sz="1200" b="1" dirty="0">
                <a:solidFill>
                  <a:srgbClr val="00B050"/>
                </a:solidFill>
                <a:ea typeface="Calibri"/>
              </a:rPr>
              <a:t>IV. </a:t>
            </a:r>
            <a:r>
              <a:rPr lang="en-US" sz="1200" b="1" dirty="0" err="1">
                <a:solidFill>
                  <a:srgbClr val="00B050"/>
                </a:solidFill>
                <a:ea typeface="Calibri"/>
              </a:rPr>
              <a:t>Các</a:t>
            </a:r>
            <a:r>
              <a:rPr lang="en-US" sz="1200" b="1" dirty="0">
                <a:solidFill>
                  <a:srgbClr val="00B050"/>
                </a:solidFill>
                <a:ea typeface="Calibri"/>
              </a:rPr>
              <a:t> </a:t>
            </a:r>
            <a:r>
              <a:rPr lang="en-US" sz="1200" b="1" dirty="0" err="1">
                <a:solidFill>
                  <a:srgbClr val="00B050"/>
                </a:solidFill>
                <a:ea typeface="Calibri"/>
              </a:rPr>
              <a:t>thông</a:t>
            </a:r>
            <a:r>
              <a:rPr lang="en-US" sz="1200" b="1" dirty="0">
                <a:solidFill>
                  <a:srgbClr val="00B050"/>
                </a:solidFill>
                <a:ea typeface="Calibri"/>
              </a:rPr>
              <a:t> tin </a:t>
            </a:r>
            <a:r>
              <a:rPr lang="en-US" sz="1200" b="1" dirty="0" err="1">
                <a:solidFill>
                  <a:srgbClr val="00B050"/>
                </a:solidFill>
                <a:ea typeface="Calibri"/>
              </a:rPr>
              <a:t>thị</a:t>
            </a:r>
            <a:r>
              <a:rPr lang="en-US" sz="1200" b="1" dirty="0">
                <a:solidFill>
                  <a:srgbClr val="00B050"/>
                </a:solidFill>
                <a:ea typeface="Calibri"/>
              </a:rPr>
              <a:t> </a:t>
            </a:r>
            <a:r>
              <a:rPr lang="en-US" sz="1200" b="1" dirty="0" err="1">
                <a:solidFill>
                  <a:srgbClr val="00B050"/>
                </a:solidFill>
                <a:ea typeface="Calibri"/>
              </a:rPr>
              <a:t>trường</a:t>
            </a:r>
            <a:r>
              <a:rPr lang="en-US" sz="1200" b="1" dirty="0">
                <a:solidFill>
                  <a:srgbClr val="00B050"/>
                </a:solidFill>
                <a:ea typeface="Calibri"/>
              </a:rPr>
              <a:t> </a:t>
            </a:r>
            <a:r>
              <a:rPr lang="en-US" sz="1200" b="1" dirty="0" err="1">
                <a:solidFill>
                  <a:srgbClr val="00B050"/>
                </a:solidFill>
                <a:ea typeface="Calibri"/>
              </a:rPr>
              <a:t>liên</a:t>
            </a:r>
            <a:r>
              <a:rPr lang="en-US" sz="1200" b="1" dirty="0">
                <a:solidFill>
                  <a:srgbClr val="00B050"/>
                </a:solidFill>
                <a:ea typeface="Calibri"/>
              </a:rPr>
              <a:t> </a:t>
            </a:r>
            <a:r>
              <a:rPr lang="en-US" sz="1200" b="1" dirty="0" err="1">
                <a:solidFill>
                  <a:srgbClr val="00B050"/>
                </a:solidFill>
                <a:ea typeface="Calibri"/>
              </a:rPr>
              <a:t>quan</a:t>
            </a:r>
            <a:r>
              <a:rPr lang="en-US" sz="1200" b="1" dirty="0">
                <a:solidFill>
                  <a:srgbClr val="00B050"/>
                </a:solidFill>
                <a:ea typeface="Calibri"/>
              </a:rPr>
              <a:t>: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en-US" sz="125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2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</a:pP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>Tuy nhiên, Đồng yên yếu giúp các tài sản được định giá bằng Đồng yên trở nên rẻ hơn đối với nhà đầu tư nước ngoài.</a:t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 err="1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r>
              <a:rPr lang="en-US" sz="1300" dirty="0"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</a:pPr>
            <a:r>
              <a:rPr lang="en-US" sz="1200" b="1" i="1" u="sng" dirty="0" err="1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Nguồntin:https</a:t>
            </a:r>
            <a:r>
              <a:rPr lang="en-US" sz="1200" b="1" i="1" u="sng" dirty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://intl.sci99.com/</a:t>
            </a:r>
            <a:r>
              <a:rPr lang="en-US" sz="1200" b="1" i="1" u="sng" dirty="0" err="1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annualreport</a:t>
            </a:r>
            <a:r>
              <a:rPr lang="en-US" sz="1200" b="1" i="1" u="sng" dirty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/;</a:t>
            </a:r>
            <a:r>
              <a:rPr lang="en-US" sz="1200" b="1" i="1" u="sng" dirty="0" err="1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ReportSublimeChinaInformation</a:t>
            </a:r>
            <a:r>
              <a:rPr lang="vi-VN" sz="1200" b="1" i="1" u="sng" dirty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;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</a:pPr>
            <a:r>
              <a:rPr lang="vi-VN" sz="1200" b="1" i="1" u="sng" dirty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https://intl.sci99.com/annualreport/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vi-VN" sz="1200" b="1" i="1" u="sng" dirty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https://vietnambiz.vn/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endParaRPr lang="en-US" sz="1350" dirty="0" smtClean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761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1" y="8499"/>
            <a:ext cx="6846232" cy="988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40153"/>
      </p:ext>
    </p:extLst>
  </p:cSld>
  <p:clrMapOvr>
    <a:masterClrMapping/>
  </p:clrMapOvr>
</p:sld>
</file>

<file path=ppt/theme/theme1.xml><?xml version="1.0" encoding="utf-8"?>
<a:theme xmlns:a="http://schemas.openxmlformats.org/drawingml/2006/main" name="PwC Report">
  <a:themeElements>
    <a:clrScheme name="PwC Orange">
      <a:dk1>
        <a:srgbClr val="000000"/>
      </a:dk1>
      <a:lt1>
        <a:srgbClr val="FFFFFF"/>
      </a:lt1>
      <a:dk2>
        <a:srgbClr val="DC6900"/>
      </a:dk2>
      <a:lt2>
        <a:srgbClr val="FFFFFF"/>
      </a:lt2>
      <a:accent1>
        <a:srgbClr val="DC6900"/>
      </a:accent1>
      <a:accent2>
        <a:srgbClr val="FFB600"/>
      </a:accent2>
      <a:accent3>
        <a:srgbClr val="602320"/>
      </a:accent3>
      <a:accent4>
        <a:srgbClr val="DB536A"/>
      </a:accent4>
      <a:accent5>
        <a:srgbClr val="A32020"/>
      </a:accent5>
      <a:accent6>
        <a:srgbClr val="E0301E"/>
      </a:accent6>
      <a:hlink>
        <a:srgbClr val="DC6900"/>
      </a:hlink>
      <a:folHlink>
        <a:srgbClr val="DC6900"/>
      </a:folHlink>
    </a:clrScheme>
    <a:fontScheme name="PwC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ltGray">
        <a:solidFill>
          <a:schemeClr val="tx2"/>
        </a:solidFill>
        <a:ln w="3175">
          <a:solidFill>
            <a:schemeClr val="tx2"/>
          </a:solidFill>
        </a:ln>
      </a:spPr>
      <a:bodyPr rtlCol="0" anchor="ctr"/>
      <a:lstStyle>
        <a:defPPr algn="ctr">
          <a:defRPr dirty="0" err="1" smtClean="0">
            <a:solidFill>
              <a:schemeClr val="bg1"/>
            </a:solidFill>
            <a:latin typeface="Georgia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noAutofit/>
      </a:bodyPr>
      <a:lstStyle>
        <a:defPPr>
          <a:spcAft>
            <a:spcPts val="900"/>
          </a:spcAft>
          <a:defRPr sz="2000" dirty="0" smtClean="0">
            <a:latin typeface="Georgia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PwC Report">
  <a:themeElements>
    <a:clrScheme name="PwC Orange">
      <a:dk1>
        <a:srgbClr val="000000"/>
      </a:dk1>
      <a:lt1>
        <a:srgbClr val="FFFFFF"/>
      </a:lt1>
      <a:dk2>
        <a:srgbClr val="DC6900"/>
      </a:dk2>
      <a:lt2>
        <a:srgbClr val="FFFFFF"/>
      </a:lt2>
      <a:accent1>
        <a:srgbClr val="DC6900"/>
      </a:accent1>
      <a:accent2>
        <a:srgbClr val="FFB600"/>
      </a:accent2>
      <a:accent3>
        <a:srgbClr val="602320"/>
      </a:accent3>
      <a:accent4>
        <a:srgbClr val="DB536A"/>
      </a:accent4>
      <a:accent5>
        <a:srgbClr val="A32020"/>
      </a:accent5>
      <a:accent6>
        <a:srgbClr val="E0301E"/>
      </a:accent6>
      <a:hlink>
        <a:srgbClr val="DC6900"/>
      </a:hlink>
      <a:folHlink>
        <a:srgbClr val="DC6900"/>
      </a:folHlink>
    </a:clrScheme>
    <a:fontScheme name="PwC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ltGray">
        <a:solidFill>
          <a:schemeClr val="tx2"/>
        </a:solidFill>
        <a:ln w="3175">
          <a:solidFill>
            <a:schemeClr val="tx2"/>
          </a:solidFill>
        </a:ln>
      </a:spPr>
      <a:bodyPr rtlCol="0" anchor="ctr"/>
      <a:lstStyle>
        <a:defPPr algn="ctr">
          <a:defRPr dirty="0" err="1" smtClean="0">
            <a:solidFill>
              <a:schemeClr val="bg1"/>
            </a:solidFill>
            <a:latin typeface="Georgia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noAutofit/>
      </a:bodyPr>
      <a:lstStyle>
        <a:defPPr>
          <a:spcAft>
            <a:spcPts val="900"/>
          </a:spcAft>
          <a:defRPr sz="2000" dirty="0" smtClean="0">
            <a:latin typeface="Georgia" pitchFamily="18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2_PwC Report">
  <a:themeElements>
    <a:clrScheme name="PwC Orange">
      <a:dk1>
        <a:srgbClr val="000000"/>
      </a:dk1>
      <a:lt1>
        <a:srgbClr val="FFFFFF"/>
      </a:lt1>
      <a:dk2>
        <a:srgbClr val="DC6900"/>
      </a:dk2>
      <a:lt2>
        <a:srgbClr val="FFFFFF"/>
      </a:lt2>
      <a:accent1>
        <a:srgbClr val="DC6900"/>
      </a:accent1>
      <a:accent2>
        <a:srgbClr val="FFB600"/>
      </a:accent2>
      <a:accent3>
        <a:srgbClr val="602320"/>
      </a:accent3>
      <a:accent4>
        <a:srgbClr val="DB536A"/>
      </a:accent4>
      <a:accent5>
        <a:srgbClr val="A32020"/>
      </a:accent5>
      <a:accent6>
        <a:srgbClr val="E0301E"/>
      </a:accent6>
      <a:hlink>
        <a:srgbClr val="DC6900"/>
      </a:hlink>
      <a:folHlink>
        <a:srgbClr val="DC6900"/>
      </a:folHlink>
    </a:clrScheme>
    <a:fontScheme name="PwC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ltGray">
        <a:solidFill>
          <a:schemeClr val="tx2"/>
        </a:solidFill>
        <a:ln w="3175">
          <a:solidFill>
            <a:schemeClr val="tx2"/>
          </a:solidFill>
        </a:ln>
      </a:spPr>
      <a:bodyPr rtlCol="0" anchor="ctr"/>
      <a:lstStyle>
        <a:defPPr algn="ctr">
          <a:defRPr dirty="0" err="1" smtClean="0">
            <a:solidFill>
              <a:schemeClr val="bg1"/>
            </a:solidFill>
            <a:latin typeface="Georgia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noAutofit/>
      </a:bodyPr>
      <a:lstStyle>
        <a:defPPr>
          <a:spcAft>
            <a:spcPts val="900"/>
          </a:spcAft>
          <a:defRPr sz="2000" dirty="0" smtClean="0">
            <a:latin typeface="Georgia" pitchFamily="18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PwC Red">
    <a:dk1>
      <a:srgbClr val="000000"/>
    </a:dk1>
    <a:lt1>
      <a:srgbClr val="FFFFFF"/>
    </a:lt1>
    <a:dk2>
      <a:srgbClr val="E0301E"/>
    </a:dk2>
    <a:lt2>
      <a:srgbClr val="FFFFFF"/>
    </a:lt2>
    <a:accent1>
      <a:srgbClr val="E0301E"/>
    </a:accent1>
    <a:accent2>
      <a:srgbClr val="A32020"/>
    </a:accent2>
    <a:accent3>
      <a:srgbClr val="DB536A"/>
    </a:accent3>
    <a:accent4>
      <a:srgbClr val="602320"/>
    </a:accent4>
    <a:accent5>
      <a:srgbClr val="FFB600"/>
    </a:accent5>
    <a:accent6>
      <a:srgbClr val="DC6900"/>
    </a:accent6>
    <a:hlink>
      <a:srgbClr val="E0301E"/>
    </a:hlink>
    <a:folHlink>
      <a:srgbClr val="E0301E"/>
    </a:folHlink>
  </a:clrScheme>
</a:themeOverride>
</file>

<file path=ppt/theme/themeOverride2.xml><?xml version="1.0" encoding="utf-8"?>
<a:themeOverride xmlns:a="http://schemas.openxmlformats.org/drawingml/2006/main">
  <a:clrScheme name="PwC Red">
    <a:dk1>
      <a:srgbClr val="000000"/>
    </a:dk1>
    <a:lt1>
      <a:srgbClr val="FFFFFF"/>
    </a:lt1>
    <a:dk2>
      <a:srgbClr val="E0301E"/>
    </a:dk2>
    <a:lt2>
      <a:srgbClr val="FFFFFF"/>
    </a:lt2>
    <a:accent1>
      <a:srgbClr val="E0301E"/>
    </a:accent1>
    <a:accent2>
      <a:srgbClr val="A32020"/>
    </a:accent2>
    <a:accent3>
      <a:srgbClr val="DB536A"/>
    </a:accent3>
    <a:accent4>
      <a:srgbClr val="602320"/>
    </a:accent4>
    <a:accent5>
      <a:srgbClr val="FFB600"/>
    </a:accent5>
    <a:accent6>
      <a:srgbClr val="DC6900"/>
    </a:accent6>
    <a:hlink>
      <a:srgbClr val="E0301E"/>
    </a:hlink>
    <a:folHlink>
      <a:srgbClr val="E0301E"/>
    </a:folHlink>
  </a:clrScheme>
</a:themeOverride>
</file>

<file path=ppt/theme/themeOverride3.xml><?xml version="1.0" encoding="utf-8"?>
<a:themeOverride xmlns:a="http://schemas.openxmlformats.org/drawingml/2006/main">
  <a:clrScheme name="PwC Red">
    <a:dk1>
      <a:srgbClr val="000000"/>
    </a:dk1>
    <a:lt1>
      <a:srgbClr val="FFFFFF"/>
    </a:lt1>
    <a:dk2>
      <a:srgbClr val="E0301E"/>
    </a:dk2>
    <a:lt2>
      <a:srgbClr val="FFFFFF"/>
    </a:lt2>
    <a:accent1>
      <a:srgbClr val="E0301E"/>
    </a:accent1>
    <a:accent2>
      <a:srgbClr val="A32020"/>
    </a:accent2>
    <a:accent3>
      <a:srgbClr val="DB536A"/>
    </a:accent3>
    <a:accent4>
      <a:srgbClr val="602320"/>
    </a:accent4>
    <a:accent5>
      <a:srgbClr val="FFB600"/>
    </a:accent5>
    <a:accent6>
      <a:srgbClr val="DC6900"/>
    </a:accent6>
    <a:hlink>
      <a:srgbClr val="E0301E"/>
    </a:hlink>
    <a:folHlink>
      <a:srgbClr val="E0301E"/>
    </a:folHlink>
  </a:clrScheme>
</a:themeOverride>
</file>

<file path=ppt/theme/themeOverride4.xml><?xml version="1.0" encoding="utf-8"?>
<a:themeOverride xmlns:a="http://schemas.openxmlformats.org/drawingml/2006/main">
  <a:clrScheme name="PwC Red">
    <a:dk1>
      <a:srgbClr val="000000"/>
    </a:dk1>
    <a:lt1>
      <a:srgbClr val="FFFFFF"/>
    </a:lt1>
    <a:dk2>
      <a:srgbClr val="E0301E"/>
    </a:dk2>
    <a:lt2>
      <a:srgbClr val="FFFFFF"/>
    </a:lt2>
    <a:accent1>
      <a:srgbClr val="E0301E"/>
    </a:accent1>
    <a:accent2>
      <a:srgbClr val="A32020"/>
    </a:accent2>
    <a:accent3>
      <a:srgbClr val="DB536A"/>
    </a:accent3>
    <a:accent4>
      <a:srgbClr val="602320"/>
    </a:accent4>
    <a:accent5>
      <a:srgbClr val="FFB600"/>
    </a:accent5>
    <a:accent6>
      <a:srgbClr val="DC6900"/>
    </a:accent6>
    <a:hlink>
      <a:srgbClr val="E0301E"/>
    </a:hlink>
    <a:folHlink>
      <a:srgbClr val="E0301E"/>
    </a:folHlink>
  </a:clrScheme>
</a:themeOverride>
</file>

<file path=ppt/theme/themeOverride5.xml><?xml version="1.0" encoding="utf-8"?>
<a:themeOverride xmlns:a="http://schemas.openxmlformats.org/drawingml/2006/main">
  <a:clrScheme name="PwC Red">
    <a:dk1>
      <a:srgbClr val="000000"/>
    </a:dk1>
    <a:lt1>
      <a:srgbClr val="FFFFFF"/>
    </a:lt1>
    <a:dk2>
      <a:srgbClr val="E0301E"/>
    </a:dk2>
    <a:lt2>
      <a:srgbClr val="FFFFFF"/>
    </a:lt2>
    <a:accent1>
      <a:srgbClr val="E0301E"/>
    </a:accent1>
    <a:accent2>
      <a:srgbClr val="A32020"/>
    </a:accent2>
    <a:accent3>
      <a:srgbClr val="DB536A"/>
    </a:accent3>
    <a:accent4>
      <a:srgbClr val="602320"/>
    </a:accent4>
    <a:accent5>
      <a:srgbClr val="FFB600"/>
    </a:accent5>
    <a:accent6>
      <a:srgbClr val="DC6900"/>
    </a:accent6>
    <a:hlink>
      <a:srgbClr val="E0301E"/>
    </a:hlink>
    <a:folHlink>
      <a:srgbClr val="E0301E"/>
    </a:folHlink>
  </a:clrScheme>
</a:themeOverride>
</file>

<file path=ppt/theme/themeOverride6.xml><?xml version="1.0" encoding="utf-8"?>
<a:themeOverride xmlns:a="http://schemas.openxmlformats.org/drawingml/2006/main">
  <a:clrScheme name="PwC Red">
    <a:dk1>
      <a:srgbClr val="000000"/>
    </a:dk1>
    <a:lt1>
      <a:srgbClr val="FFFFFF"/>
    </a:lt1>
    <a:dk2>
      <a:srgbClr val="E0301E"/>
    </a:dk2>
    <a:lt2>
      <a:srgbClr val="FFFFFF"/>
    </a:lt2>
    <a:accent1>
      <a:srgbClr val="E0301E"/>
    </a:accent1>
    <a:accent2>
      <a:srgbClr val="A32020"/>
    </a:accent2>
    <a:accent3>
      <a:srgbClr val="DB536A"/>
    </a:accent3>
    <a:accent4>
      <a:srgbClr val="602320"/>
    </a:accent4>
    <a:accent5>
      <a:srgbClr val="FFB600"/>
    </a:accent5>
    <a:accent6>
      <a:srgbClr val="DC6900"/>
    </a:accent6>
    <a:hlink>
      <a:srgbClr val="E0301E"/>
    </a:hlink>
    <a:folHlink>
      <a:srgbClr val="E0301E"/>
    </a:folHlink>
  </a:clrScheme>
</a:themeOverride>
</file>

<file path=ppt/theme/themeOverride7.xml><?xml version="1.0" encoding="utf-8"?>
<a:themeOverride xmlns:a="http://schemas.openxmlformats.org/drawingml/2006/main">
  <a:clrScheme name="PwC Red">
    <a:dk1>
      <a:srgbClr val="000000"/>
    </a:dk1>
    <a:lt1>
      <a:srgbClr val="FFFFFF"/>
    </a:lt1>
    <a:dk2>
      <a:srgbClr val="E0301E"/>
    </a:dk2>
    <a:lt2>
      <a:srgbClr val="FFFFFF"/>
    </a:lt2>
    <a:accent1>
      <a:srgbClr val="E0301E"/>
    </a:accent1>
    <a:accent2>
      <a:srgbClr val="A32020"/>
    </a:accent2>
    <a:accent3>
      <a:srgbClr val="DB536A"/>
    </a:accent3>
    <a:accent4>
      <a:srgbClr val="602320"/>
    </a:accent4>
    <a:accent5>
      <a:srgbClr val="FFB600"/>
    </a:accent5>
    <a:accent6>
      <a:srgbClr val="DC6900"/>
    </a:accent6>
    <a:hlink>
      <a:srgbClr val="E0301E"/>
    </a:hlink>
    <a:folHlink>
      <a:srgbClr val="E0301E"/>
    </a:folHlink>
  </a:clrScheme>
</a:themeOverride>
</file>

<file path=ppt/theme/themeOverride8.xml><?xml version="1.0" encoding="utf-8"?>
<a:themeOverride xmlns:a="http://schemas.openxmlformats.org/drawingml/2006/main">
  <a:clrScheme name="PwC Red">
    <a:dk1>
      <a:srgbClr val="000000"/>
    </a:dk1>
    <a:lt1>
      <a:srgbClr val="FFFFFF"/>
    </a:lt1>
    <a:dk2>
      <a:srgbClr val="E0301E"/>
    </a:dk2>
    <a:lt2>
      <a:srgbClr val="FFFFFF"/>
    </a:lt2>
    <a:accent1>
      <a:srgbClr val="E0301E"/>
    </a:accent1>
    <a:accent2>
      <a:srgbClr val="A32020"/>
    </a:accent2>
    <a:accent3>
      <a:srgbClr val="DB536A"/>
    </a:accent3>
    <a:accent4>
      <a:srgbClr val="602320"/>
    </a:accent4>
    <a:accent5>
      <a:srgbClr val="FFB600"/>
    </a:accent5>
    <a:accent6>
      <a:srgbClr val="DC6900"/>
    </a:accent6>
    <a:hlink>
      <a:srgbClr val="E0301E"/>
    </a:hlink>
    <a:folHlink>
      <a:srgbClr val="E0301E"/>
    </a:folHlink>
  </a:clrScheme>
</a:themeOverride>
</file>

<file path=ppt/theme/themeOverride9.xml><?xml version="1.0" encoding="utf-8"?>
<a:themeOverride xmlns:a="http://schemas.openxmlformats.org/drawingml/2006/main">
  <a:clrScheme name="PwC Red">
    <a:dk1>
      <a:srgbClr val="000000"/>
    </a:dk1>
    <a:lt1>
      <a:srgbClr val="FFFFFF"/>
    </a:lt1>
    <a:dk2>
      <a:srgbClr val="E0301E"/>
    </a:dk2>
    <a:lt2>
      <a:srgbClr val="FFFFFF"/>
    </a:lt2>
    <a:accent1>
      <a:srgbClr val="E0301E"/>
    </a:accent1>
    <a:accent2>
      <a:srgbClr val="A32020"/>
    </a:accent2>
    <a:accent3>
      <a:srgbClr val="DB536A"/>
    </a:accent3>
    <a:accent4>
      <a:srgbClr val="602320"/>
    </a:accent4>
    <a:accent5>
      <a:srgbClr val="FFB600"/>
    </a:accent5>
    <a:accent6>
      <a:srgbClr val="DC6900"/>
    </a:accent6>
    <a:hlink>
      <a:srgbClr val="E0301E"/>
    </a:hlink>
    <a:folHlink>
      <a:srgbClr val="E0301E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18597</TotalTime>
  <Words>513</Words>
  <Application>Microsoft Office PowerPoint</Application>
  <PresentationFormat>A4 Paper (210x297 mm)</PresentationFormat>
  <Paragraphs>256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Arial Black</vt:lpstr>
      <vt:lpstr>Calibri</vt:lpstr>
      <vt:lpstr>Georgia</vt:lpstr>
      <vt:lpstr>Symbol</vt:lpstr>
      <vt:lpstr>Times New Roman</vt:lpstr>
      <vt:lpstr>PwC Report</vt:lpstr>
      <vt:lpstr>1_PwC Report</vt:lpstr>
      <vt:lpstr>2_PwC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 TIN THỊ TRƯỜNG</dc:title>
  <dc:creator>Tran Nhu Hung</dc:creator>
  <cp:lastModifiedBy>cntt@rubbergroup.vn</cp:lastModifiedBy>
  <cp:revision>1402</cp:revision>
  <cp:lastPrinted>2025-05-14T01:53:59Z</cp:lastPrinted>
  <dcterms:created xsi:type="dcterms:W3CDTF">2010-09-07T22:57:20Z</dcterms:created>
  <dcterms:modified xsi:type="dcterms:W3CDTF">2026-06-10T02:38:07Z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create by">
    <vt:lpwstr>PwC</vt:lpwstr>
  </property>
  <property fmtid="{D5CDD505-2E9C-101B-9397-08002B2CF9AE}" pid="3" name="TB template version">
    <vt:lpwstr>6</vt:lpwstr>
  </property>
  <property fmtid="{D5CDD505-2E9C-101B-9397-08002B2CF9AE}" pid="4" name="TB template type">
    <vt:lpwstr>Report</vt:lpwstr>
  </property>
  <property fmtid="{D5CDD505-2E9C-101B-9397-08002B2CF9AE}" pid="5" name="Template version">
    <vt:lpwstr>2</vt:lpwstr>
  </property>
</Properties>
</file>