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50" r:id="rId1"/>
    <p:sldMasterId id="2147483688" r:id="rId2"/>
    <p:sldMasterId id="2147483717" r:id="rId3"/>
  </p:sldMasterIdLst>
  <p:notesMasterIdLst>
    <p:notesMasterId r:id="rId10"/>
  </p:notesMasterIdLst>
  <p:handoutMasterIdLst>
    <p:handoutMasterId r:id="rId11"/>
  </p:handoutMasterIdLst>
  <p:sldIdLst>
    <p:sldId id="385" r:id="rId4"/>
    <p:sldId id="395" r:id="rId5"/>
    <p:sldId id="396" r:id="rId6"/>
    <p:sldId id="404" r:id="rId7"/>
    <p:sldId id="405" r:id="rId8"/>
    <p:sldId id="392" r:id="rId9"/>
  </p:sldIdLst>
  <p:sldSz cx="6858000" cy="9906000" type="A4"/>
  <p:notesSz cx="6670675" cy="9929813"/>
  <p:defaultTextStyle>
    <a:defPPr>
      <a:defRPr lang="en-US"/>
    </a:defPPr>
    <a:lvl1pPr marL="0" algn="l" defTabSz="957796" rtl="0" eaLnBrk="1" latinLnBrk="0" hangingPunct="1">
      <a:defRPr sz="1900" kern="1200">
        <a:solidFill>
          <a:schemeClr val="tx1"/>
        </a:solidFill>
        <a:latin typeface="+mn-lt"/>
        <a:ea typeface="+mn-ea"/>
        <a:cs typeface="+mn-cs"/>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
          <p15:clr>
            <a:srgbClr val="A4A3A4"/>
          </p15:clr>
        </p15:guide>
        <p15:guide id="2" orient="horz" pos="6000">
          <p15:clr>
            <a:srgbClr val="A4A3A4"/>
          </p15:clr>
        </p15:guide>
        <p15:guide id="3" orient="horz" pos="624">
          <p15:clr>
            <a:srgbClr val="A4A3A4"/>
          </p15:clr>
        </p15:guide>
        <p15:guide id="4" orient="horz" pos="960">
          <p15:clr>
            <a:srgbClr val="A4A3A4"/>
          </p15:clr>
        </p15:guide>
        <p15:guide id="5" orient="horz" pos="5712">
          <p15:clr>
            <a:srgbClr val="A4A3A4"/>
          </p15:clr>
        </p15:guide>
        <p15:guide id="6" orient="horz" pos="3504">
          <p15:clr>
            <a:srgbClr val="A4A3A4"/>
          </p15:clr>
        </p15:guide>
        <p15:guide id="7" orient="horz" pos="3600">
          <p15:clr>
            <a:srgbClr val="A4A3A4"/>
          </p15:clr>
        </p15:guide>
        <p15:guide id="8" orient="horz" pos="1632">
          <p15:clr>
            <a:srgbClr val="A4A3A4"/>
          </p15:clr>
        </p15:guide>
        <p15:guide id="9" orient="horz" pos="1776">
          <p15:clr>
            <a:srgbClr val="A4A3A4"/>
          </p15:clr>
        </p15:guide>
        <p15:guide id="10" orient="horz" pos="5856">
          <p15:clr>
            <a:srgbClr val="A4A3A4"/>
          </p15:clr>
        </p15:guide>
        <p15:guide id="11" orient="horz" pos="864">
          <p15:clr>
            <a:srgbClr val="A4A3A4"/>
          </p15:clr>
        </p15:guide>
        <p15:guide id="12" orient="horz" pos="1488">
          <p15:clr>
            <a:srgbClr val="A4A3A4"/>
          </p15:clr>
        </p15:guide>
        <p15:guide id="13" pos="240">
          <p15:clr>
            <a:srgbClr val="A4A3A4"/>
          </p15:clr>
        </p15:guide>
        <p15:guide id="14" pos="4080">
          <p15:clr>
            <a:srgbClr val="A4A3A4"/>
          </p15:clr>
        </p15:guide>
        <p15:guide id="15" pos="2208">
          <p15:clr>
            <a:srgbClr val="A4A3A4"/>
          </p15:clr>
        </p15:guide>
        <p15:guide id="16" pos="2127">
          <p15:clr>
            <a:srgbClr val="A4A3A4"/>
          </p15:clr>
        </p15:guide>
        <p15:guide id="17" pos="2770">
          <p15:clr>
            <a:srgbClr val="A4A3A4"/>
          </p15:clr>
        </p15:guide>
        <p15:guide id="18" pos="2874">
          <p15:clr>
            <a:srgbClr val="A4A3A4"/>
          </p15:clr>
        </p15:guide>
        <p15:guide id="19" pos="1560">
          <p15:clr>
            <a:srgbClr val="A4A3A4"/>
          </p15:clr>
        </p15:guide>
        <p15:guide id="20" pos="1440">
          <p15:clr>
            <a:srgbClr val="A4A3A4"/>
          </p15:clr>
        </p15:guide>
        <p15:guide id="21" pos="816">
          <p15:clr>
            <a:srgbClr val="A4A3A4"/>
          </p15:clr>
        </p15:guide>
        <p15:guide id="22" pos="883">
          <p15:clr>
            <a:srgbClr val="A4A3A4"/>
          </p15:clr>
        </p15:guide>
        <p15:guide id="23" pos="3502">
          <p15:clr>
            <a:srgbClr val="A4A3A4"/>
          </p15:clr>
        </p15:guide>
        <p15:guide id="24" pos="3437">
          <p15:clr>
            <a:srgbClr val="A4A3A4"/>
          </p15:clr>
        </p15:guide>
        <p15:guide id="25" pos="960">
          <p15:clr>
            <a:srgbClr val="A4A3A4"/>
          </p15:clr>
        </p15:guide>
        <p15:guide id="26" pos="288">
          <p15:clr>
            <a:srgbClr val="A4A3A4"/>
          </p15:clr>
        </p15:guide>
        <p15:guide id="27" pos="2160">
          <p15:clr>
            <a:srgbClr val="A4A3A4"/>
          </p15:clr>
        </p15:guide>
      </p15:sldGuideLst>
    </p:ext>
    <p:ext uri="{2D200454-40CA-4A62-9FC3-DE9A4176ACB9}">
      <p15:notesGuideLst xmlns:p15="http://schemas.microsoft.com/office/powerpoint/2012/main">
        <p15:guide id="1" orient="horz" pos="3128">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9A85"/>
    <a:srgbClr val="D5FECE"/>
    <a:srgbClr val="FAFCFB"/>
    <a:srgbClr val="000066"/>
    <a:srgbClr val="BFBFBF"/>
    <a:srgbClr val="F99C3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A60F7D-CB60-4631-833C-D0A9B3BBFF30}" v="1" dt="2025-11-14T09:07:29.808"/>
  </p1510:revLst>
</p1510:revInfo>
</file>

<file path=ppt/tableStyles.xml><?xml version="1.0" encoding="utf-8"?>
<a:tblStyleLst xmlns:a="http://schemas.openxmlformats.org/drawingml/2006/main" def="{69D073F8-1565-44D7-B386-08B59EADF2EE}">
  <a:tblStyle styleId="{69D073F8-1565-44D7-B386-08B59EADF2EE}" styleName="PwC Table">
    <a:wholeTbl>
      <a:tcTxStyle>
        <a:fontRef idx="major">
          <a:prstClr val="black"/>
        </a:fontRef>
        <a:schemeClr val="dk1"/>
      </a:tcTxStyle>
      <a:tcStyle>
        <a:tcBdr>
          <a:left>
            <a:ln>
              <a:noFill/>
            </a:ln>
          </a:left>
          <a:right>
            <a:ln>
              <a:noFill/>
            </a:ln>
          </a:right>
          <a:top>
            <a:ln>
              <a:noFill/>
            </a:ln>
          </a:top>
          <a:bottom>
            <a:ln>
              <a:noFill/>
            </a:ln>
          </a:bottom>
          <a:insideH>
            <a:ln>
              <a:noFill/>
            </a:ln>
          </a:insideH>
          <a:insideV>
            <a:ln>
              <a:noFill/>
            </a:ln>
          </a:insideV>
        </a:tcBdr>
        <a:fill>
          <a:noFill/>
        </a:fill>
      </a:tcStyle>
    </a:wholeTbl>
    <a:band1H>
      <a:tcStyle>
        <a:tcBdr>
          <a:bottom>
            <a:ln w="38100" cmpd="sng">
              <a:noFill/>
            </a:ln>
          </a:bottom>
        </a:tcBdr>
      </a:tcStyle>
    </a:band1H>
    <a:band2H>
      <a:tcStyle>
        <a:tcBdr>
          <a:bottom>
            <a:ln w="38100" cmpd="sng">
              <a:noFill/>
            </a:ln>
          </a:bottom>
        </a:tcBdr>
      </a:tcStyle>
    </a:band2H>
    <a:firstCol>
      <a:tcTxStyle i="on">
        <a:fontRef idx="major">
          <a:prstClr val="black"/>
        </a:fontRef>
        <a:schemeClr val="dk1"/>
      </a:tcTxStyle>
      <a:tcStyle>
        <a:tcBdr/>
        <a:fill>
          <a:noFill/>
        </a:fill>
      </a:tcStyle>
    </a:firstCol>
    <a:firstRow>
      <a:tcTxStyle b="on">
        <a:fontRef idx="major">
          <a:prstClr val="black"/>
        </a:fontRef>
        <a:schemeClr val="dk2"/>
      </a:tcTxStyle>
      <a:tcStyle>
        <a:tcBdr>
          <a:bottom>
            <a:ln w="38100" cmpd="sng">
              <a:no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22" autoAdjust="0"/>
  </p:normalViewPr>
  <p:slideViewPr>
    <p:cSldViewPr snapToObjects="1">
      <p:cViewPr varScale="1">
        <p:scale>
          <a:sx n="75" d="100"/>
          <a:sy n="75" d="100"/>
        </p:scale>
        <p:origin x="3156" y="96"/>
      </p:cViewPr>
      <p:guideLst>
        <p:guide orient="horz" pos="144"/>
        <p:guide orient="horz" pos="6000"/>
        <p:guide orient="horz" pos="624"/>
        <p:guide orient="horz" pos="960"/>
        <p:guide orient="horz" pos="5712"/>
        <p:guide orient="horz" pos="3504"/>
        <p:guide orient="horz" pos="3600"/>
        <p:guide orient="horz" pos="1632"/>
        <p:guide orient="horz" pos="1776"/>
        <p:guide orient="horz" pos="5856"/>
        <p:guide orient="horz" pos="864"/>
        <p:guide orient="horz" pos="1488"/>
        <p:guide pos="240"/>
        <p:guide pos="4080"/>
        <p:guide pos="2208"/>
        <p:guide pos="2127"/>
        <p:guide pos="2770"/>
        <p:guide pos="2874"/>
        <p:guide pos="1560"/>
        <p:guide pos="1440"/>
        <p:guide pos="816"/>
        <p:guide pos="883"/>
        <p:guide pos="3502"/>
        <p:guide pos="3437"/>
        <p:guide pos="960"/>
        <p:guide pos="288"/>
        <p:guide pos="2160"/>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showGuides="1">
      <p:cViewPr varScale="1">
        <p:scale>
          <a:sx n="66" d="100"/>
          <a:sy n="66" d="100"/>
        </p:scale>
        <p:origin x="-2820" y="-114"/>
      </p:cViewPr>
      <p:guideLst>
        <p:guide orient="horz" pos="3128"/>
        <p:guide pos="2101"/>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649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78505" y="0"/>
            <a:ext cx="2890626" cy="496491"/>
          </a:xfrm>
          <a:prstGeom prst="rect">
            <a:avLst/>
          </a:prstGeom>
        </p:spPr>
        <p:txBody>
          <a:bodyPr vert="horz" lIns="91440" tIns="45720" rIns="91440" bIns="45720" rtlCol="0"/>
          <a:lstStyle>
            <a:lvl1pPr algn="r">
              <a:defRPr sz="1200"/>
            </a:lvl1pPr>
          </a:lstStyle>
          <a:p>
            <a:fld id="{B4C5D3EF-EB63-4527-A8DF-B1FE661F2543}" type="datetimeFigureOut">
              <a:rPr lang="en-GB" smtClean="0"/>
              <a:pPr/>
              <a:t>10/06/2026</a:t>
            </a:fld>
            <a:endParaRPr lang="en-GB"/>
          </a:p>
        </p:txBody>
      </p:sp>
      <p:sp>
        <p:nvSpPr>
          <p:cNvPr id="4" name="Footer Placeholder 3"/>
          <p:cNvSpPr>
            <a:spLocks noGrp="1"/>
          </p:cNvSpPr>
          <p:nvPr>
            <p:ph type="ftr" sz="quarter" idx="2"/>
          </p:nvPr>
        </p:nvSpPr>
        <p:spPr>
          <a:xfrm>
            <a:off x="0" y="9431599"/>
            <a:ext cx="2890626" cy="496491"/>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78505" y="9431599"/>
            <a:ext cx="2890626" cy="496491"/>
          </a:xfrm>
          <a:prstGeom prst="rect">
            <a:avLst/>
          </a:prstGeom>
        </p:spPr>
        <p:txBody>
          <a:bodyPr vert="horz" lIns="91440" tIns="45720" rIns="91440" bIns="45720" rtlCol="0" anchor="b"/>
          <a:lstStyle>
            <a:lvl1pPr algn="r">
              <a:defRPr sz="1200"/>
            </a:lvl1pPr>
          </a:lstStyle>
          <a:p>
            <a:fld id="{A056FD85-983A-4EBC-9AAB-FC05A1A67BA8}" type="slidenum">
              <a:rPr lang="en-GB" smtClean="0"/>
              <a:pPr/>
              <a:t>‹#›</a:t>
            </a:fld>
            <a:endParaRPr lang="en-GB"/>
          </a:p>
        </p:txBody>
      </p:sp>
    </p:spTree>
    <p:extLst>
      <p:ext uri="{BB962C8B-B14F-4D97-AF65-F5344CB8AC3E}">
        <p14:creationId xmlns:p14="http://schemas.microsoft.com/office/powerpoint/2010/main" val="3193465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649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8505" y="0"/>
            <a:ext cx="2890626" cy="496491"/>
          </a:xfrm>
          <a:prstGeom prst="rect">
            <a:avLst/>
          </a:prstGeom>
        </p:spPr>
        <p:txBody>
          <a:bodyPr vert="horz" lIns="91440" tIns="45720" rIns="91440" bIns="45720" rtlCol="0"/>
          <a:lstStyle>
            <a:lvl1pPr algn="r">
              <a:defRPr sz="1200"/>
            </a:lvl1pPr>
          </a:lstStyle>
          <a:p>
            <a:fld id="{416B9FA3-0B3D-4699-8696-1174BE157FCC}" type="datetimeFigureOut">
              <a:rPr lang="en-GB" smtClean="0"/>
              <a:pPr/>
              <a:t>10/06/2026</a:t>
            </a:fld>
            <a:endParaRPr lang="en-GB"/>
          </a:p>
        </p:txBody>
      </p:sp>
      <p:sp>
        <p:nvSpPr>
          <p:cNvPr id="4" name="Slide Image Placeholder 3"/>
          <p:cNvSpPr>
            <a:spLocks noGrp="1" noRot="1" noChangeAspect="1"/>
          </p:cNvSpPr>
          <p:nvPr>
            <p:ph type="sldImg" idx="2"/>
          </p:nvPr>
        </p:nvSpPr>
        <p:spPr>
          <a:xfrm>
            <a:off x="2046288" y="744538"/>
            <a:ext cx="2578100" cy="37242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7068" y="4716661"/>
            <a:ext cx="5336540" cy="446841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31599"/>
            <a:ext cx="2890626" cy="496491"/>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8505" y="9431599"/>
            <a:ext cx="2890626" cy="496491"/>
          </a:xfrm>
          <a:prstGeom prst="rect">
            <a:avLst/>
          </a:prstGeom>
        </p:spPr>
        <p:txBody>
          <a:bodyPr vert="horz" lIns="91440" tIns="45720" rIns="91440" bIns="45720" rtlCol="0" anchor="b"/>
          <a:lstStyle>
            <a:lvl1pPr algn="r">
              <a:defRPr sz="1200"/>
            </a:lvl1pPr>
          </a:lstStyle>
          <a:p>
            <a:fld id="{6B2C06E8-48A6-4E03-8711-C45C0018F498}" type="slidenum">
              <a:rPr lang="en-GB" smtClean="0"/>
              <a:pPr/>
              <a:t>‹#›</a:t>
            </a:fld>
            <a:endParaRPr lang="en-GB"/>
          </a:p>
        </p:txBody>
      </p:sp>
    </p:spTree>
    <p:extLst>
      <p:ext uri="{BB962C8B-B14F-4D97-AF65-F5344CB8AC3E}">
        <p14:creationId xmlns:p14="http://schemas.microsoft.com/office/powerpoint/2010/main" val="664756894"/>
      </p:ext>
    </p:extLst>
  </p:cSld>
  <p:clrMap bg1="lt1" tx1="dk1" bg2="lt2" tx2="dk2" accent1="accent1" accent2="accent2" accent3="accent3" accent4="accent4" accent5="accent5" accent6="accent6" hlink="hlink" folHlink="folHlink"/>
  <p:notesStyle>
    <a:lvl1pPr marL="0" algn="l" defTabSz="859627" rtl="0" eaLnBrk="1" latinLnBrk="0" hangingPunct="1">
      <a:defRPr sz="1100" kern="1200">
        <a:solidFill>
          <a:schemeClr val="tx1"/>
        </a:solidFill>
        <a:latin typeface="+mn-lt"/>
        <a:ea typeface="+mn-ea"/>
        <a:cs typeface="+mn-cs"/>
      </a:defRPr>
    </a:lvl1pPr>
    <a:lvl2pPr marL="429814" algn="l" defTabSz="859627" rtl="0" eaLnBrk="1" latinLnBrk="0" hangingPunct="1">
      <a:defRPr sz="1100" kern="1200">
        <a:solidFill>
          <a:schemeClr val="tx1"/>
        </a:solidFill>
        <a:latin typeface="+mn-lt"/>
        <a:ea typeface="+mn-ea"/>
        <a:cs typeface="+mn-cs"/>
      </a:defRPr>
    </a:lvl2pPr>
    <a:lvl3pPr marL="859627" algn="l" defTabSz="859627" rtl="0" eaLnBrk="1" latinLnBrk="0" hangingPunct="1">
      <a:defRPr sz="1100" kern="1200">
        <a:solidFill>
          <a:schemeClr val="tx1"/>
        </a:solidFill>
        <a:latin typeface="+mn-lt"/>
        <a:ea typeface="+mn-ea"/>
        <a:cs typeface="+mn-cs"/>
      </a:defRPr>
    </a:lvl3pPr>
    <a:lvl4pPr marL="1289441" algn="l" defTabSz="859627" rtl="0" eaLnBrk="1" latinLnBrk="0" hangingPunct="1">
      <a:defRPr sz="1100" kern="1200">
        <a:solidFill>
          <a:schemeClr val="tx1"/>
        </a:solidFill>
        <a:latin typeface="+mn-lt"/>
        <a:ea typeface="+mn-ea"/>
        <a:cs typeface="+mn-cs"/>
      </a:defRPr>
    </a:lvl4pPr>
    <a:lvl5pPr marL="1719255" algn="l" defTabSz="859627" rtl="0" eaLnBrk="1" latinLnBrk="0" hangingPunct="1">
      <a:defRPr sz="1100" kern="1200">
        <a:solidFill>
          <a:schemeClr val="tx1"/>
        </a:solidFill>
        <a:latin typeface="+mn-lt"/>
        <a:ea typeface="+mn-ea"/>
        <a:cs typeface="+mn-cs"/>
      </a:defRPr>
    </a:lvl5pPr>
    <a:lvl6pPr marL="2149069" algn="l" defTabSz="859627" rtl="0" eaLnBrk="1" latinLnBrk="0" hangingPunct="1">
      <a:defRPr sz="1100" kern="1200">
        <a:solidFill>
          <a:schemeClr val="tx1"/>
        </a:solidFill>
        <a:latin typeface="+mn-lt"/>
        <a:ea typeface="+mn-ea"/>
        <a:cs typeface="+mn-cs"/>
      </a:defRPr>
    </a:lvl6pPr>
    <a:lvl7pPr marL="2578882" algn="l" defTabSz="859627" rtl="0" eaLnBrk="1" latinLnBrk="0" hangingPunct="1">
      <a:defRPr sz="1100" kern="1200">
        <a:solidFill>
          <a:schemeClr val="tx1"/>
        </a:solidFill>
        <a:latin typeface="+mn-lt"/>
        <a:ea typeface="+mn-ea"/>
        <a:cs typeface="+mn-cs"/>
      </a:defRPr>
    </a:lvl7pPr>
    <a:lvl8pPr marL="3008696" algn="l" defTabSz="859627" rtl="0" eaLnBrk="1" latinLnBrk="0" hangingPunct="1">
      <a:defRPr sz="1100" kern="1200">
        <a:solidFill>
          <a:schemeClr val="tx1"/>
        </a:solidFill>
        <a:latin typeface="+mn-lt"/>
        <a:ea typeface="+mn-ea"/>
        <a:cs typeface="+mn-cs"/>
      </a:defRPr>
    </a:lvl8pPr>
    <a:lvl9pPr marL="3438510" algn="l" defTabSz="859627"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46288" y="744538"/>
            <a:ext cx="2578100" cy="3724275"/>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6B2C06E8-48A6-4E03-8711-C45C0018F498}" type="slidenum">
              <a:rPr lang="en-GB" smtClean="0"/>
              <a:pPr/>
              <a:t>1</a:t>
            </a:fld>
            <a:endParaRPr lang="en-GB"/>
          </a:p>
        </p:txBody>
      </p:sp>
    </p:spTree>
    <p:extLst>
      <p:ext uri="{BB962C8B-B14F-4D97-AF65-F5344CB8AC3E}">
        <p14:creationId xmlns:p14="http://schemas.microsoft.com/office/powerpoint/2010/main" val="35167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46288" y="744538"/>
            <a:ext cx="2578100" cy="3724275"/>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6B2C06E8-48A6-4E03-8711-C45C0018F498}" type="slidenum">
              <a:rPr lang="en-GB" smtClean="0">
                <a:solidFill>
                  <a:prstClr val="black"/>
                </a:solidFill>
              </a:rPr>
              <a:pPr/>
              <a:t>2</a:t>
            </a:fld>
            <a:endParaRPr lang="en-GB">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46288" y="744538"/>
            <a:ext cx="2578100" cy="3724275"/>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6B2C06E8-48A6-4E03-8711-C45C0018F498}" type="slidenum">
              <a:rPr lang="en-GB" smtClean="0">
                <a:solidFill>
                  <a:prstClr val="black"/>
                </a:solidFill>
              </a:rPr>
              <a:pPr/>
              <a:t>3</a:t>
            </a:fld>
            <a:endParaRPr lang="en-GB">
              <a:solidFill>
                <a:prstClr val="black"/>
              </a:solidFill>
            </a:endParaRPr>
          </a:p>
        </p:txBody>
      </p:sp>
    </p:spTree>
    <p:extLst>
      <p:ext uri="{BB962C8B-B14F-4D97-AF65-F5344CB8AC3E}">
        <p14:creationId xmlns:p14="http://schemas.microsoft.com/office/powerpoint/2010/main" val="1006841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D7A0A-D7C1-143A-A5AE-6D58F574E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285E0-CA49-9B42-7841-13089AAF8D81}"/>
              </a:ext>
            </a:extLst>
          </p:cNvPr>
          <p:cNvSpPr>
            <a:spLocks noGrp="1" noRot="1" noChangeAspect="1"/>
          </p:cNvSpPr>
          <p:nvPr>
            <p:ph type="sldImg"/>
          </p:nvPr>
        </p:nvSpPr>
        <p:spPr>
          <a:xfrm>
            <a:off x="2046288" y="744538"/>
            <a:ext cx="2578100" cy="3724275"/>
          </a:xfrm>
        </p:spPr>
      </p:sp>
      <p:sp>
        <p:nvSpPr>
          <p:cNvPr id="3" name="Notes Placeholder 2">
            <a:extLst>
              <a:ext uri="{FF2B5EF4-FFF2-40B4-BE49-F238E27FC236}">
                <a16:creationId xmlns:a16="http://schemas.microsoft.com/office/drawing/2014/main" id="{D93BB311-8BA1-4489-A3D4-9CD840AC8E69}"/>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138CE01-A720-AB80-5398-613AE7691D4B}"/>
              </a:ext>
            </a:extLst>
          </p:cNvPr>
          <p:cNvSpPr>
            <a:spLocks noGrp="1"/>
          </p:cNvSpPr>
          <p:nvPr>
            <p:ph type="sldNum" sz="quarter" idx="10"/>
          </p:nvPr>
        </p:nvSpPr>
        <p:spPr/>
        <p:txBody>
          <a:bodyPr/>
          <a:lstStyle/>
          <a:p>
            <a:fld id="{6B2C06E8-48A6-4E03-8711-C45C0018F498}" type="slidenum">
              <a:rPr lang="en-GB" smtClean="0">
                <a:solidFill>
                  <a:prstClr val="black"/>
                </a:solidFill>
              </a:rPr>
              <a:pPr/>
              <a:t>4</a:t>
            </a:fld>
            <a:endParaRPr lang="en-GB">
              <a:solidFill>
                <a:prstClr val="black"/>
              </a:solidFill>
            </a:endParaRPr>
          </a:p>
        </p:txBody>
      </p:sp>
    </p:spTree>
    <p:extLst>
      <p:ext uri="{BB962C8B-B14F-4D97-AF65-F5344CB8AC3E}">
        <p14:creationId xmlns:p14="http://schemas.microsoft.com/office/powerpoint/2010/main" val="357853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D7A0A-D7C1-143A-A5AE-6D58F574E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285E0-CA49-9B42-7841-13089AAF8D81}"/>
              </a:ext>
            </a:extLst>
          </p:cNvPr>
          <p:cNvSpPr>
            <a:spLocks noGrp="1" noRot="1" noChangeAspect="1"/>
          </p:cNvSpPr>
          <p:nvPr>
            <p:ph type="sldImg"/>
          </p:nvPr>
        </p:nvSpPr>
        <p:spPr>
          <a:xfrm>
            <a:off x="2046288" y="744538"/>
            <a:ext cx="2578100" cy="3724275"/>
          </a:xfrm>
        </p:spPr>
      </p:sp>
      <p:sp>
        <p:nvSpPr>
          <p:cNvPr id="3" name="Notes Placeholder 2">
            <a:extLst>
              <a:ext uri="{FF2B5EF4-FFF2-40B4-BE49-F238E27FC236}">
                <a16:creationId xmlns:a16="http://schemas.microsoft.com/office/drawing/2014/main" id="{D93BB311-8BA1-4489-A3D4-9CD840AC8E69}"/>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138CE01-A720-AB80-5398-613AE7691D4B}"/>
              </a:ext>
            </a:extLst>
          </p:cNvPr>
          <p:cNvSpPr>
            <a:spLocks noGrp="1"/>
          </p:cNvSpPr>
          <p:nvPr>
            <p:ph type="sldNum" sz="quarter" idx="10"/>
          </p:nvPr>
        </p:nvSpPr>
        <p:spPr/>
        <p:txBody>
          <a:bodyPr/>
          <a:lstStyle/>
          <a:p>
            <a:fld id="{6B2C06E8-48A6-4E03-8711-C45C0018F498}" type="slidenum">
              <a:rPr lang="en-GB" smtClean="0">
                <a:solidFill>
                  <a:prstClr val="black"/>
                </a:solidFill>
              </a:rPr>
              <a:pPr/>
              <a:t>5</a:t>
            </a:fld>
            <a:endParaRPr lang="en-GB">
              <a:solidFill>
                <a:prstClr val="black"/>
              </a:solidFill>
            </a:endParaRPr>
          </a:p>
        </p:txBody>
      </p:sp>
    </p:spTree>
    <p:extLst>
      <p:ext uri="{BB962C8B-B14F-4D97-AF65-F5344CB8AC3E}">
        <p14:creationId xmlns:p14="http://schemas.microsoft.com/office/powerpoint/2010/main" val="3219366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themeOverride" Target="../theme/themeOverride7.xml"/><Relationship Id="rId2"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themeOverride" Target="../theme/themeOverride8.xml"/><Relationship Id="rId2"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themeOverride" Target="../theme/themeOverride9.xml"/><Relationship Id="rId2"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Colour">
    <p:spTree>
      <p:nvGrpSpPr>
        <p:cNvPr id="1" name=""/>
        <p:cNvGrpSpPr/>
        <p:nvPr/>
      </p:nvGrpSpPr>
      <p:grpSpPr>
        <a:xfrm>
          <a:off x="0" y="0"/>
          <a:ext cx="0" cy="0"/>
          <a:chOff x="0" y="0"/>
          <a:chExt cx="0" cy="0"/>
        </a:xfrm>
      </p:grpSpPr>
      <p:grpSp>
        <p:nvGrpSpPr>
          <p:cNvPr id="30" name="Group 29"/>
          <p:cNvGrpSpPr/>
          <p:nvPr userDrawn="1"/>
        </p:nvGrpSpPr>
        <p:grpSpPr>
          <a:xfrm>
            <a:off x="1524000" y="990600"/>
            <a:ext cx="5105400" cy="8069114"/>
            <a:chOff x="1737819" y="1070601"/>
            <a:chExt cx="5044633" cy="8114987"/>
          </a:xfrm>
        </p:grpSpPr>
        <p:sp>
          <p:nvSpPr>
            <p:cNvPr id="27" name="Rectangle 649"/>
            <p:cNvSpPr>
              <a:spLocks noChangeArrowheads="1"/>
            </p:cNvSpPr>
            <p:nvPr/>
          </p:nvSpPr>
          <p:spPr bwMode="gray">
            <a:xfrm>
              <a:off x="5169974" y="1434753"/>
              <a:ext cx="1612478" cy="7750834"/>
            </a:xfrm>
            <a:prstGeom prst="rect">
              <a:avLst/>
            </a:prstGeom>
            <a:solidFill>
              <a:schemeClr val="tx2">
                <a:lumMod val="40000"/>
                <a:lumOff val="60000"/>
              </a:schemeClr>
            </a:solidFill>
            <a:ln w="0">
              <a:noFill/>
              <a:prstDash val="solid"/>
              <a:miter lim="800000"/>
              <a:headEnd/>
              <a:tailEnd/>
            </a:ln>
          </p:spPr>
          <p:txBody>
            <a:bodyPr vert="horz" wrap="square" lIns="95768" tIns="47884" rIns="95768" bIns="47884" numCol="1" anchor="t" anchorCtr="0" compatLnSpc="1">
              <a:prstTxWarp prst="textNoShape">
                <a:avLst/>
              </a:prstTxWarp>
            </a:bodyPr>
            <a:lstStyle/>
            <a:p>
              <a:pPr marL="0" algn="l" defTabSz="957796" rtl="0" eaLnBrk="1" latinLnBrk="0" hangingPunct="1"/>
              <a:endParaRPr lang="en-US" sz="1900" kern="1200" noProof="0">
                <a:solidFill>
                  <a:schemeClr val="tx1"/>
                </a:solidFill>
                <a:latin typeface="+mn-lt"/>
                <a:ea typeface="+mn-ea"/>
                <a:cs typeface="+mn-cs"/>
              </a:endParaRPr>
            </a:p>
          </p:txBody>
        </p:sp>
        <p:sp>
          <p:nvSpPr>
            <p:cNvPr id="28" name="Rectangle 648"/>
            <p:cNvSpPr>
              <a:spLocks noChangeArrowheads="1"/>
            </p:cNvSpPr>
            <p:nvPr/>
          </p:nvSpPr>
          <p:spPr bwMode="gray">
            <a:xfrm>
              <a:off x="1737820" y="1070601"/>
              <a:ext cx="4629352" cy="440784"/>
            </a:xfrm>
            <a:prstGeom prst="rect">
              <a:avLst/>
            </a:prstGeom>
            <a:solidFill>
              <a:schemeClr val="tx2">
                <a:lumMod val="60000"/>
                <a:lumOff val="40000"/>
              </a:schemeClr>
            </a:solidFill>
            <a:ln w="0">
              <a:noFill/>
              <a:prstDash val="solid"/>
              <a:miter lim="800000"/>
              <a:headEnd/>
              <a:tailEnd/>
            </a:ln>
          </p:spPr>
          <p:txBody>
            <a:bodyPr vert="horz" wrap="square" lIns="95768" tIns="47884" rIns="95768" bIns="47884" numCol="1" anchor="t" anchorCtr="0" compatLnSpc="1">
              <a:prstTxWarp prst="textNoShape">
                <a:avLst/>
              </a:prstTxWarp>
            </a:bodyPr>
            <a:lstStyle/>
            <a:p>
              <a:pPr marL="0" algn="l" defTabSz="957796" rtl="0" eaLnBrk="1" latinLnBrk="0" hangingPunct="1"/>
              <a:endParaRPr lang="en-US" sz="1900" kern="1200" noProof="0">
                <a:solidFill>
                  <a:schemeClr val="tx1"/>
                </a:solidFill>
                <a:latin typeface="+mn-lt"/>
                <a:ea typeface="+mn-ea"/>
                <a:cs typeface="+mn-cs"/>
              </a:endParaRPr>
            </a:p>
          </p:txBody>
        </p:sp>
        <p:sp>
          <p:nvSpPr>
            <p:cNvPr id="29" name="Rectangle 650"/>
            <p:cNvSpPr>
              <a:spLocks noChangeArrowheads="1"/>
            </p:cNvSpPr>
            <p:nvPr/>
          </p:nvSpPr>
          <p:spPr bwMode="gray">
            <a:xfrm>
              <a:off x="1737819" y="1434751"/>
              <a:ext cx="4629353" cy="7750837"/>
            </a:xfrm>
            <a:prstGeom prst="rect">
              <a:avLst/>
            </a:prstGeom>
            <a:solidFill>
              <a:schemeClr val="tx2"/>
            </a:solidFill>
            <a:ln w="0">
              <a:noFill/>
              <a:prstDash val="solid"/>
              <a:miter lim="800000"/>
              <a:headEnd/>
              <a:tailEnd/>
            </a:ln>
          </p:spPr>
          <p:txBody>
            <a:bodyPr vert="horz" wrap="square" lIns="95768" tIns="47884" rIns="95768" bIns="47884" numCol="1" anchor="t" anchorCtr="0" compatLnSpc="1">
              <a:prstTxWarp prst="textNoShape">
                <a:avLst/>
              </a:prstTxWarp>
            </a:bodyPr>
            <a:lstStyle/>
            <a:p>
              <a:pPr marL="0" algn="l" defTabSz="957796" rtl="0" eaLnBrk="1" latinLnBrk="0" hangingPunct="1"/>
              <a:endParaRPr lang="en-US" sz="1900" kern="1200" noProof="0">
                <a:solidFill>
                  <a:schemeClr val="tx1"/>
                </a:solidFill>
                <a:latin typeface="+mn-lt"/>
                <a:ea typeface="+mn-ea"/>
                <a:cs typeface="+mn-cs"/>
              </a:endParaRPr>
            </a:p>
          </p:txBody>
        </p:sp>
      </p:grpSp>
      <p:sp>
        <p:nvSpPr>
          <p:cNvPr id="17" name="Title 1"/>
          <p:cNvSpPr>
            <a:spLocks noGrp="1"/>
          </p:cNvSpPr>
          <p:nvPr>
            <p:ph type="ctrTitle" hasCustomPrompt="1"/>
          </p:nvPr>
        </p:nvSpPr>
        <p:spPr bwMode="white">
          <a:xfrm>
            <a:off x="1676400" y="1513541"/>
            <a:ext cx="4052455" cy="848659"/>
          </a:xfrm>
        </p:spPr>
        <p:txBody>
          <a:bodyPr anchor="t" anchorCtr="0">
            <a:noAutofit/>
          </a:bodyPr>
          <a:lstStyle>
            <a:lvl1pPr>
              <a:lnSpc>
                <a:spcPct val="90000"/>
              </a:lnSpc>
              <a:defRPr sz="3000" b="1" i="1" baseline="0">
                <a:solidFill>
                  <a:schemeClr val="bg1"/>
                </a:solidFill>
              </a:defRPr>
            </a:lvl1pPr>
          </a:lstStyle>
          <a:p>
            <a:r>
              <a:rPr lang="en-GB" noProof="0" dirty="0"/>
              <a:t>Click to add the report’s main title</a:t>
            </a:r>
          </a:p>
        </p:txBody>
      </p:sp>
      <p:sp>
        <p:nvSpPr>
          <p:cNvPr id="18" name="Subtitle 2"/>
          <p:cNvSpPr>
            <a:spLocks noGrp="1"/>
          </p:cNvSpPr>
          <p:nvPr>
            <p:ph type="subTitle" idx="1" hasCustomPrompt="1"/>
          </p:nvPr>
        </p:nvSpPr>
        <p:spPr bwMode="white">
          <a:xfrm>
            <a:off x="1676401" y="2568387"/>
            <a:ext cx="4052454" cy="1165413"/>
          </a:xfrm>
        </p:spPr>
        <p:txBody>
          <a:bodyPr>
            <a:noAutofit/>
          </a:bodyPr>
          <a:lstStyle>
            <a:lvl1pPr marL="0" indent="0" algn="l">
              <a:lnSpc>
                <a:spcPct val="90000"/>
              </a:lnSpc>
              <a:spcAft>
                <a:spcPts val="0"/>
              </a:spcAft>
              <a:buNone/>
              <a:defRPr sz="3000" baseline="0">
                <a:solidFill>
                  <a:schemeClr val="bg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19" name="Text Placeholder 31"/>
          <p:cNvSpPr>
            <a:spLocks noGrp="1"/>
          </p:cNvSpPr>
          <p:nvPr>
            <p:ph type="body" sz="quarter" idx="10" hasCustomPrompt="1"/>
          </p:nvPr>
        </p:nvSpPr>
        <p:spPr bwMode="white">
          <a:xfrm>
            <a:off x="1676400" y="228600"/>
            <a:ext cx="3117273" cy="194236"/>
          </a:xfrm>
        </p:spPr>
        <p:txBody>
          <a:bodyPr/>
          <a:lstStyle>
            <a:lvl1pPr>
              <a:defRPr sz="1100">
                <a:solidFill>
                  <a:schemeClr val="tx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a:t>www.pwc.com/my</a:t>
            </a:r>
          </a:p>
        </p:txBody>
      </p:sp>
      <p:grpSp>
        <p:nvGrpSpPr>
          <p:cNvPr id="23" name="Group 59"/>
          <p:cNvGrpSpPr>
            <a:grpSpLocks/>
          </p:cNvGrpSpPr>
          <p:nvPr userDrawn="1"/>
        </p:nvGrpSpPr>
        <p:grpSpPr bwMode="auto">
          <a:xfrm>
            <a:off x="704850" y="9059715"/>
            <a:ext cx="930100" cy="549707"/>
            <a:chOff x="1051560" y="6768750"/>
            <a:chExt cx="1005840" cy="609595"/>
          </a:xfrm>
        </p:grpSpPr>
        <p:sp>
          <p:nvSpPr>
            <p:cNvPr id="24" name="Rectangle 37"/>
            <p:cNvSpPr>
              <a:spLocks noChangeArrowheads="1"/>
            </p:cNvSpPr>
            <p:nvPr/>
          </p:nvSpPr>
          <p:spPr bwMode="black">
            <a:xfrm>
              <a:off x="1667653" y="6768750"/>
              <a:ext cx="256032" cy="70893"/>
            </a:xfrm>
            <a:prstGeom prst="rect">
              <a:avLst/>
            </a:prstGeom>
            <a:solidFill>
              <a:schemeClr val="accent1"/>
            </a:solidFill>
            <a:ln w="0">
              <a:noFill/>
              <a:miter lim="800000"/>
              <a:headEnd/>
              <a:tailEnd/>
            </a:ln>
          </p:spPr>
          <p:txBody>
            <a:bodyPr/>
            <a:lstStyle/>
            <a:p>
              <a:endParaRPr lang="en-GB"/>
            </a:p>
          </p:txBody>
        </p:sp>
        <p:sp>
          <p:nvSpPr>
            <p:cNvPr id="25" name="Freeform 7"/>
            <p:cNvSpPr>
              <a:spLocks noEditPoints="1"/>
            </p:cNvSpPr>
            <p:nvPr/>
          </p:nvSpPr>
          <p:spPr bwMode="black">
            <a:xfrm>
              <a:off x="1051560" y="6987736"/>
              <a:ext cx="1005840" cy="390609"/>
            </a:xfrm>
            <a:custGeom>
              <a:avLst/>
              <a:gdLst>
                <a:gd name="T0" fmla="*/ 2147483647 w 4127"/>
                <a:gd name="T1" fmla="*/ 2147483647 h 1544"/>
                <a:gd name="T2" fmla="*/ 2147483647 w 4127"/>
                <a:gd name="T3" fmla="*/ 2147483647 h 1544"/>
                <a:gd name="T4" fmla="*/ 2147483647 w 4127"/>
                <a:gd name="T5" fmla="*/ 2147483647 h 1544"/>
                <a:gd name="T6" fmla="*/ 2147483647 w 4127"/>
                <a:gd name="T7" fmla="*/ 2147483647 h 1544"/>
                <a:gd name="T8" fmla="*/ 2147483647 w 4127"/>
                <a:gd name="T9" fmla="*/ 2147483647 h 1544"/>
                <a:gd name="T10" fmla="*/ 2147483647 w 4127"/>
                <a:gd name="T11" fmla="*/ 2147483647 h 1544"/>
                <a:gd name="T12" fmla="*/ 2147483647 w 4127"/>
                <a:gd name="T13" fmla="*/ 2147483647 h 1544"/>
                <a:gd name="T14" fmla="*/ 2147483647 w 4127"/>
                <a:gd name="T15" fmla="*/ 2147483647 h 1544"/>
                <a:gd name="T16" fmla="*/ 2147483647 w 4127"/>
                <a:gd name="T17" fmla="*/ 2147483647 h 1544"/>
                <a:gd name="T18" fmla="*/ 2147483647 w 4127"/>
                <a:gd name="T19" fmla="*/ 2147483647 h 1544"/>
                <a:gd name="T20" fmla="*/ 2147483647 w 4127"/>
                <a:gd name="T21" fmla="*/ 2147483647 h 1544"/>
                <a:gd name="T22" fmla="*/ 2147483647 w 4127"/>
                <a:gd name="T23" fmla="*/ 2147483647 h 1544"/>
                <a:gd name="T24" fmla="*/ 2147483647 w 4127"/>
                <a:gd name="T25" fmla="*/ 2147483647 h 1544"/>
                <a:gd name="T26" fmla="*/ 2147483647 w 4127"/>
                <a:gd name="T27" fmla="*/ 2147483647 h 1544"/>
                <a:gd name="T28" fmla="*/ 2147483647 w 4127"/>
                <a:gd name="T29" fmla="*/ 2147483647 h 1544"/>
                <a:gd name="T30" fmla="*/ 2147483647 w 4127"/>
                <a:gd name="T31" fmla="*/ 2147483647 h 1544"/>
                <a:gd name="T32" fmla="*/ 2147483647 w 4127"/>
                <a:gd name="T33" fmla="*/ 2147483647 h 1544"/>
                <a:gd name="T34" fmla="*/ 2147483647 w 4127"/>
                <a:gd name="T35" fmla="*/ 2147483647 h 1544"/>
                <a:gd name="T36" fmla="*/ 2147483647 w 4127"/>
                <a:gd name="T37" fmla="*/ 2147483647 h 1544"/>
                <a:gd name="T38" fmla="*/ 2147483647 w 4127"/>
                <a:gd name="T39" fmla="*/ 2147483647 h 1544"/>
                <a:gd name="T40" fmla="*/ 2147483647 w 4127"/>
                <a:gd name="T41" fmla="*/ 2147483647 h 1544"/>
                <a:gd name="T42" fmla="*/ 2147483647 w 4127"/>
                <a:gd name="T43" fmla="*/ 2147483647 h 1544"/>
                <a:gd name="T44" fmla="*/ 2147483647 w 4127"/>
                <a:gd name="T45" fmla="*/ 2147483647 h 1544"/>
                <a:gd name="T46" fmla="*/ 2147483647 w 4127"/>
                <a:gd name="T47" fmla="*/ 2147483647 h 1544"/>
                <a:gd name="T48" fmla="*/ 2147483647 w 4127"/>
                <a:gd name="T49" fmla="*/ 2147483647 h 1544"/>
                <a:gd name="T50" fmla="*/ 2147483647 w 4127"/>
                <a:gd name="T51" fmla="*/ 2147483647 h 1544"/>
                <a:gd name="T52" fmla="*/ 2147483647 w 4127"/>
                <a:gd name="T53" fmla="*/ 2147483647 h 1544"/>
                <a:gd name="T54" fmla="*/ 2147483647 w 4127"/>
                <a:gd name="T55" fmla="*/ 2147483647 h 1544"/>
                <a:gd name="T56" fmla="*/ 2147483647 w 4127"/>
                <a:gd name="T57" fmla="*/ 2147483647 h 1544"/>
                <a:gd name="T58" fmla="*/ 2147483647 w 4127"/>
                <a:gd name="T59" fmla="*/ 2147483647 h 1544"/>
                <a:gd name="T60" fmla="*/ 2147483647 w 4127"/>
                <a:gd name="T61" fmla="*/ 2147483647 h 1544"/>
                <a:gd name="T62" fmla="*/ 2147483647 w 4127"/>
                <a:gd name="T63" fmla="*/ 2147483647 h 1544"/>
                <a:gd name="T64" fmla="*/ 2147483647 w 4127"/>
                <a:gd name="T65" fmla="*/ 2147483647 h 1544"/>
                <a:gd name="T66" fmla="*/ 2147483647 w 4127"/>
                <a:gd name="T67" fmla="*/ 2147483647 h 1544"/>
                <a:gd name="T68" fmla="*/ 2147483647 w 4127"/>
                <a:gd name="T69" fmla="*/ 2147483647 h 1544"/>
                <a:gd name="T70" fmla="*/ 2147483647 w 4127"/>
                <a:gd name="T71" fmla="*/ 2147483647 h 1544"/>
                <a:gd name="T72" fmla="*/ 2147483647 w 4127"/>
                <a:gd name="T73" fmla="*/ 2147483647 h 1544"/>
                <a:gd name="T74" fmla="*/ 2147483647 w 4127"/>
                <a:gd name="T75" fmla="*/ 2147483647 h 1544"/>
                <a:gd name="T76" fmla="*/ 2147483647 w 4127"/>
                <a:gd name="T77" fmla="*/ 2147483647 h 1544"/>
                <a:gd name="T78" fmla="*/ 2147483647 w 4127"/>
                <a:gd name="T79" fmla="*/ 2147483647 h 1544"/>
                <a:gd name="T80" fmla="*/ 2147483647 w 4127"/>
                <a:gd name="T81" fmla="*/ 2147483647 h 1544"/>
                <a:gd name="T82" fmla="*/ 2147483647 w 4127"/>
                <a:gd name="T83" fmla="*/ 2147483647 h 1544"/>
                <a:gd name="T84" fmla="*/ 2147483647 w 4127"/>
                <a:gd name="T85" fmla="*/ 2147483647 h 1544"/>
                <a:gd name="T86" fmla="*/ 2147483647 w 4127"/>
                <a:gd name="T87" fmla="*/ 2147483647 h 1544"/>
                <a:gd name="T88" fmla="*/ 2147483647 w 4127"/>
                <a:gd name="T89" fmla="*/ 2147483647 h 1544"/>
                <a:gd name="T90" fmla="*/ 2147483647 w 4127"/>
                <a:gd name="T91" fmla="*/ 2147483647 h 1544"/>
                <a:gd name="T92" fmla="*/ 2147483647 w 4127"/>
                <a:gd name="T93" fmla="*/ 2147483647 h 1544"/>
                <a:gd name="T94" fmla="*/ 2147483647 w 4127"/>
                <a:gd name="T95" fmla="*/ 2147483647 h 1544"/>
                <a:gd name="T96" fmla="*/ 2147483647 w 4127"/>
                <a:gd name="T97" fmla="*/ 0 h 1544"/>
                <a:gd name="T98" fmla="*/ 2147483647 w 4127"/>
                <a:gd name="T99" fmla="*/ 2147483647 h 1544"/>
                <a:gd name="T100" fmla="*/ 2147483647 w 4127"/>
                <a:gd name="T101" fmla="*/ 2147483647 h 1544"/>
                <a:gd name="T102" fmla="*/ 2147483647 w 4127"/>
                <a:gd name="T103" fmla="*/ 2147483647 h 1544"/>
                <a:gd name="T104" fmla="*/ 2147483647 w 4127"/>
                <a:gd name="T105" fmla="*/ 2147483647 h 1544"/>
                <a:gd name="T106" fmla="*/ 2147483647 w 4127"/>
                <a:gd name="T107" fmla="*/ 2147483647 h 1544"/>
                <a:gd name="T108" fmla="*/ 2147483647 w 4127"/>
                <a:gd name="T109" fmla="*/ 2147483647 h 1544"/>
                <a:gd name="T110" fmla="*/ 2147483647 w 4127"/>
                <a:gd name="T111" fmla="*/ 2147483647 h 1544"/>
                <a:gd name="T112" fmla="*/ 2147483647 w 4127"/>
                <a:gd name="T113" fmla="*/ 2147483647 h 1544"/>
                <a:gd name="T114" fmla="*/ 2147483647 w 4127"/>
                <a:gd name="T115" fmla="*/ 2147483647 h 1544"/>
                <a:gd name="T116" fmla="*/ 2147483647 w 4127"/>
                <a:gd name="T117" fmla="*/ 2147483647 h 154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127"/>
                <a:gd name="T178" fmla="*/ 0 h 1544"/>
                <a:gd name="T179" fmla="*/ 4127 w 4127"/>
                <a:gd name="T180" fmla="*/ 1544 h 154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round/>
              <a:headEnd/>
              <a:tailEnd/>
            </a:ln>
          </p:spPr>
          <p:txBody>
            <a:bodyPr/>
            <a:lstStyle/>
            <a:p>
              <a:endParaRPr lang="en-US"/>
            </a:p>
          </p:txBody>
        </p:sp>
      </p:grpSp>
      <p:grpSp>
        <p:nvGrpSpPr>
          <p:cNvPr id="31" name="Group 31"/>
          <p:cNvGrpSpPr/>
          <p:nvPr userDrawn="1"/>
        </p:nvGrpSpPr>
        <p:grpSpPr>
          <a:xfrm>
            <a:off x="366817" y="4343400"/>
            <a:ext cx="1080000" cy="144000"/>
            <a:chOff x="489087" y="2521685"/>
            <a:chExt cx="1209752" cy="151219"/>
          </a:xfrm>
        </p:grpSpPr>
        <p:cxnSp>
          <p:nvCxnSpPr>
            <p:cNvPr id="32" name="Straight Connector 31"/>
            <p:cNvCxnSpPr/>
            <p:nvPr userDrawn="1"/>
          </p:nvCxnSpPr>
          <p:spPr>
            <a:xfrm rot="10800000">
              <a:off x="489087" y="2521686"/>
              <a:ext cx="1209752"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rot="5400000">
              <a:off x="413478" y="2597295"/>
              <a:ext cx="151219"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p:sp>
        <p:nvSpPr>
          <p:cNvPr id="35" name="Text Placeholder 34"/>
          <p:cNvSpPr>
            <a:spLocks noGrp="1"/>
          </p:cNvSpPr>
          <p:nvPr>
            <p:ph type="body" sz="quarter" idx="11" hasCustomPrompt="1"/>
          </p:nvPr>
        </p:nvSpPr>
        <p:spPr>
          <a:xfrm>
            <a:off x="457200" y="4419600"/>
            <a:ext cx="914400" cy="860425"/>
          </a:xfrm>
        </p:spPr>
        <p:txBody>
          <a:bodyPr/>
          <a:lstStyle>
            <a:lvl1pPr>
              <a:defRPr i="1"/>
            </a:lvl1pPr>
          </a:lstStyle>
          <a:p>
            <a:pPr lvl="0"/>
            <a:r>
              <a:rPr lang="en-US" dirty="0"/>
              <a:t>[Client]</a:t>
            </a:r>
          </a:p>
          <a:p>
            <a:pPr lvl="0"/>
            <a:r>
              <a:rPr lang="en-US" dirty="0"/>
              <a:t>[Month/year]</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Slide: Fixed Logo">
    <p:spTree>
      <p:nvGrpSpPr>
        <p:cNvPr id="1" name=""/>
        <p:cNvGrpSpPr/>
        <p:nvPr/>
      </p:nvGrpSpPr>
      <p:grpSpPr>
        <a:xfrm>
          <a:off x="0" y="0"/>
          <a:ext cx="0" cy="0"/>
          <a:chOff x="0" y="0"/>
          <a:chExt cx="0" cy="0"/>
        </a:xfrm>
      </p:grpSpPr>
      <p:grpSp>
        <p:nvGrpSpPr>
          <p:cNvPr id="2" name="Group 73"/>
          <p:cNvGrpSpPr/>
          <p:nvPr/>
        </p:nvGrpSpPr>
        <p:grpSpPr>
          <a:xfrm>
            <a:off x="1302112" y="7994000"/>
            <a:ext cx="363682" cy="647451"/>
            <a:chOff x="1905000" y="5715000"/>
            <a:chExt cx="445770" cy="381000"/>
          </a:xfrm>
        </p:grpSpPr>
        <p:sp>
          <p:nvSpPr>
            <p:cNvPr id="2073" name="Rectangle 25"/>
            <p:cNvSpPr>
              <a:spLocks noChangeArrowheads="1"/>
            </p:cNvSpPr>
            <p:nvPr userDrawn="1"/>
          </p:nvSpPr>
          <p:spPr bwMode="gray">
            <a:xfrm>
              <a:off x="2293620" y="5988118"/>
              <a:ext cx="57150" cy="107882"/>
            </a:xfrm>
            <a:prstGeom prst="rect">
              <a:avLst/>
            </a:prstGeom>
            <a:solidFill>
              <a:srgbClr val="F445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074" name="Rectangle 26"/>
            <p:cNvSpPr>
              <a:spLocks noChangeArrowheads="1"/>
            </p:cNvSpPr>
            <p:nvPr userDrawn="1"/>
          </p:nvSpPr>
          <p:spPr bwMode="gray">
            <a:xfrm>
              <a:off x="2132171" y="5757333"/>
              <a:ext cx="44291" cy="66914"/>
            </a:xfrm>
            <a:prstGeom prst="rect">
              <a:avLst/>
            </a:prstGeom>
            <a:solidFill>
              <a:srgbClr val="F6B67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075" name="Rectangle 27"/>
            <p:cNvSpPr>
              <a:spLocks noChangeArrowheads="1"/>
            </p:cNvSpPr>
            <p:nvPr userDrawn="1"/>
          </p:nvSpPr>
          <p:spPr bwMode="gray">
            <a:xfrm>
              <a:off x="1905000" y="5715000"/>
              <a:ext cx="227171" cy="42333"/>
            </a:xfrm>
            <a:prstGeom prst="rect">
              <a:avLst/>
            </a:prstGeom>
            <a:solidFill>
              <a:srgbClr val="F48F1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076" name="Rectangle 28"/>
            <p:cNvSpPr>
              <a:spLocks noChangeArrowheads="1"/>
            </p:cNvSpPr>
            <p:nvPr userDrawn="1"/>
          </p:nvSpPr>
          <p:spPr bwMode="gray">
            <a:xfrm>
              <a:off x="1905000" y="5757333"/>
              <a:ext cx="227171" cy="66914"/>
            </a:xfrm>
            <a:prstGeom prst="rect">
              <a:avLst/>
            </a:prstGeom>
            <a:solidFill>
              <a:srgbClr val="EB660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077" name="Rectangle 29"/>
            <p:cNvSpPr>
              <a:spLocks noChangeArrowheads="1"/>
            </p:cNvSpPr>
            <p:nvPr userDrawn="1"/>
          </p:nvSpPr>
          <p:spPr bwMode="gray">
            <a:xfrm>
              <a:off x="2176462" y="5824247"/>
              <a:ext cx="117158" cy="163871"/>
            </a:xfrm>
            <a:prstGeom prst="rect">
              <a:avLst/>
            </a:prstGeom>
            <a:solidFill>
              <a:srgbClr val="F3BF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078" name="Rectangle 30"/>
            <p:cNvSpPr>
              <a:spLocks noChangeArrowheads="1"/>
            </p:cNvSpPr>
            <p:nvPr userDrawn="1"/>
          </p:nvSpPr>
          <p:spPr bwMode="gray">
            <a:xfrm>
              <a:off x="2176462" y="5988118"/>
              <a:ext cx="117158" cy="107882"/>
            </a:xfrm>
            <a:prstGeom prst="rect">
              <a:avLst/>
            </a:prstGeom>
            <a:solidFill>
              <a:srgbClr val="E934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079" name="Rectangle 31"/>
            <p:cNvSpPr>
              <a:spLocks noChangeArrowheads="1"/>
            </p:cNvSpPr>
            <p:nvPr userDrawn="1"/>
          </p:nvSpPr>
          <p:spPr bwMode="gray">
            <a:xfrm>
              <a:off x="2132171" y="5824247"/>
              <a:ext cx="44291" cy="163871"/>
            </a:xfrm>
            <a:prstGeom prst="rect">
              <a:avLst/>
            </a:prstGeom>
            <a:solidFill>
              <a:srgbClr val="EA88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080" name="Rectangle 32"/>
            <p:cNvSpPr>
              <a:spLocks noChangeArrowheads="1"/>
            </p:cNvSpPr>
            <p:nvPr userDrawn="1"/>
          </p:nvSpPr>
          <p:spPr bwMode="gray">
            <a:xfrm>
              <a:off x="2132171" y="5988118"/>
              <a:ext cx="44291" cy="107882"/>
            </a:xfrm>
            <a:prstGeom prst="rect">
              <a:avLst/>
            </a:prstGeom>
            <a:solidFill>
              <a:srgbClr val="E025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081" name="Freeform 33"/>
            <p:cNvSpPr>
              <a:spLocks/>
            </p:cNvSpPr>
            <p:nvPr userDrawn="1"/>
          </p:nvSpPr>
          <p:spPr bwMode="gray">
            <a:xfrm>
              <a:off x="1905000" y="5824247"/>
              <a:ext cx="227171" cy="163871"/>
            </a:xfrm>
            <a:custGeom>
              <a:avLst/>
              <a:gdLst/>
              <a:ahLst/>
              <a:cxnLst>
                <a:cxn ang="0">
                  <a:pos x="0" y="0"/>
                </a:cxn>
                <a:cxn ang="0">
                  <a:pos x="159" y="0"/>
                </a:cxn>
                <a:cxn ang="0">
                  <a:pos x="159" y="120"/>
                </a:cxn>
                <a:cxn ang="0">
                  <a:pos x="99" y="120"/>
                </a:cxn>
                <a:cxn ang="0">
                  <a:pos x="99" y="80"/>
                </a:cxn>
                <a:cxn ang="0">
                  <a:pos x="0" y="80"/>
                </a:cxn>
                <a:cxn ang="0">
                  <a:pos x="0" y="0"/>
                </a:cxn>
              </a:cxnLst>
              <a:rect l="0" t="0" r="r" b="b"/>
              <a:pathLst>
                <a:path w="159" h="120">
                  <a:moveTo>
                    <a:pt x="0" y="0"/>
                  </a:moveTo>
                  <a:lnTo>
                    <a:pt x="159" y="0"/>
                  </a:lnTo>
                  <a:lnTo>
                    <a:pt x="159" y="120"/>
                  </a:lnTo>
                  <a:lnTo>
                    <a:pt x="99" y="120"/>
                  </a:lnTo>
                  <a:lnTo>
                    <a:pt x="99" y="80"/>
                  </a:lnTo>
                  <a:lnTo>
                    <a:pt x="0" y="80"/>
                  </a:lnTo>
                  <a:lnTo>
                    <a:pt x="0" y="0"/>
                  </a:lnTo>
                  <a:close/>
                </a:path>
              </a:pathLst>
            </a:custGeom>
            <a:solidFill>
              <a:srgbClr val="E04C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082" name="Rectangle 34"/>
            <p:cNvSpPr>
              <a:spLocks noChangeArrowheads="1"/>
            </p:cNvSpPr>
            <p:nvPr userDrawn="1"/>
          </p:nvSpPr>
          <p:spPr bwMode="gray">
            <a:xfrm>
              <a:off x="2046446" y="5988118"/>
              <a:ext cx="85725" cy="107882"/>
            </a:xfrm>
            <a:prstGeom prst="rect">
              <a:avLst/>
            </a:prstGeom>
            <a:solidFill>
              <a:srgbClr val="D614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083" name="Rectangle 35"/>
            <p:cNvSpPr>
              <a:spLocks noChangeArrowheads="1"/>
            </p:cNvSpPr>
            <p:nvPr userDrawn="1"/>
          </p:nvSpPr>
          <p:spPr bwMode="gray">
            <a:xfrm>
              <a:off x="1905000" y="5933495"/>
              <a:ext cx="141446" cy="54624"/>
            </a:xfrm>
            <a:prstGeom prst="rect">
              <a:avLst/>
            </a:prstGeom>
            <a:solidFill>
              <a:srgbClr val="C93C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084" name="Rectangle 36"/>
            <p:cNvSpPr>
              <a:spLocks noChangeArrowheads="1"/>
            </p:cNvSpPr>
            <p:nvPr userDrawn="1"/>
          </p:nvSpPr>
          <p:spPr bwMode="gray">
            <a:xfrm>
              <a:off x="1905000" y="5988118"/>
              <a:ext cx="141446" cy="107882"/>
            </a:xfrm>
            <a:prstGeom prst="rect">
              <a:avLst/>
            </a:prstGeom>
            <a:solidFill>
              <a:srgbClr val="C01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9" name="Rectangle 25"/>
            <p:cNvSpPr>
              <a:spLocks noChangeArrowheads="1"/>
            </p:cNvSpPr>
            <p:nvPr/>
          </p:nvSpPr>
          <p:spPr bwMode="gray">
            <a:xfrm>
              <a:off x="2293620" y="5988118"/>
              <a:ext cx="57150" cy="107882"/>
            </a:xfrm>
            <a:prstGeom prst="rect">
              <a:avLst/>
            </a:prstGeom>
            <a:solidFill>
              <a:srgbClr val="F445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30" name="Rectangle 26"/>
            <p:cNvSpPr>
              <a:spLocks noChangeArrowheads="1"/>
            </p:cNvSpPr>
            <p:nvPr/>
          </p:nvSpPr>
          <p:spPr bwMode="gray">
            <a:xfrm>
              <a:off x="2132171" y="5757333"/>
              <a:ext cx="44291" cy="66914"/>
            </a:xfrm>
            <a:prstGeom prst="rect">
              <a:avLst/>
            </a:prstGeom>
            <a:solidFill>
              <a:srgbClr val="F6B67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32" name="Rectangle 27"/>
            <p:cNvSpPr>
              <a:spLocks noChangeArrowheads="1"/>
            </p:cNvSpPr>
            <p:nvPr/>
          </p:nvSpPr>
          <p:spPr bwMode="gray">
            <a:xfrm>
              <a:off x="1905000" y="5715000"/>
              <a:ext cx="227171" cy="42333"/>
            </a:xfrm>
            <a:prstGeom prst="rect">
              <a:avLst/>
            </a:prstGeom>
            <a:solidFill>
              <a:srgbClr val="F48F1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33" name="Rectangle 28"/>
            <p:cNvSpPr>
              <a:spLocks noChangeArrowheads="1"/>
            </p:cNvSpPr>
            <p:nvPr/>
          </p:nvSpPr>
          <p:spPr bwMode="gray">
            <a:xfrm>
              <a:off x="1905000" y="5757333"/>
              <a:ext cx="227171" cy="66914"/>
            </a:xfrm>
            <a:prstGeom prst="rect">
              <a:avLst/>
            </a:prstGeom>
            <a:solidFill>
              <a:srgbClr val="EB660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34" name="Rectangle 29"/>
            <p:cNvSpPr>
              <a:spLocks noChangeArrowheads="1"/>
            </p:cNvSpPr>
            <p:nvPr/>
          </p:nvSpPr>
          <p:spPr bwMode="gray">
            <a:xfrm>
              <a:off x="2176462" y="5824247"/>
              <a:ext cx="117158" cy="163871"/>
            </a:xfrm>
            <a:prstGeom prst="rect">
              <a:avLst/>
            </a:prstGeom>
            <a:solidFill>
              <a:srgbClr val="F3BF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35" name="Rectangle 30"/>
            <p:cNvSpPr>
              <a:spLocks noChangeArrowheads="1"/>
            </p:cNvSpPr>
            <p:nvPr/>
          </p:nvSpPr>
          <p:spPr bwMode="gray">
            <a:xfrm>
              <a:off x="2176462" y="5988118"/>
              <a:ext cx="117158" cy="107882"/>
            </a:xfrm>
            <a:prstGeom prst="rect">
              <a:avLst/>
            </a:prstGeom>
            <a:solidFill>
              <a:srgbClr val="E934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36" name="Rectangle 31"/>
            <p:cNvSpPr>
              <a:spLocks noChangeArrowheads="1"/>
            </p:cNvSpPr>
            <p:nvPr/>
          </p:nvSpPr>
          <p:spPr bwMode="gray">
            <a:xfrm>
              <a:off x="2132171" y="5824247"/>
              <a:ext cx="44291" cy="163871"/>
            </a:xfrm>
            <a:prstGeom prst="rect">
              <a:avLst/>
            </a:prstGeom>
            <a:solidFill>
              <a:srgbClr val="EA88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38" name="Rectangle 32"/>
            <p:cNvSpPr>
              <a:spLocks noChangeArrowheads="1"/>
            </p:cNvSpPr>
            <p:nvPr/>
          </p:nvSpPr>
          <p:spPr bwMode="gray">
            <a:xfrm>
              <a:off x="2132171" y="5988118"/>
              <a:ext cx="44291" cy="107882"/>
            </a:xfrm>
            <a:prstGeom prst="rect">
              <a:avLst/>
            </a:prstGeom>
            <a:solidFill>
              <a:srgbClr val="E025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39" name="Freeform 33"/>
            <p:cNvSpPr>
              <a:spLocks/>
            </p:cNvSpPr>
            <p:nvPr/>
          </p:nvSpPr>
          <p:spPr bwMode="gray">
            <a:xfrm>
              <a:off x="1905000" y="5824247"/>
              <a:ext cx="227171" cy="163871"/>
            </a:xfrm>
            <a:custGeom>
              <a:avLst/>
              <a:gdLst/>
              <a:ahLst/>
              <a:cxnLst>
                <a:cxn ang="0">
                  <a:pos x="0" y="0"/>
                </a:cxn>
                <a:cxn ang="0">
                  <a:pos x="159" y="0"/>
                </a:cxn>
                <a:cxn ang="0">
                  <a:pos x="159" y="120"/>
                </a:cxn>
                <a:cxn ang="0">
                  <a:pos x="99" y="120"/>
                </a:cxn>
                <a:cxn ang="0">
                  <a:pos x="99" y="80"/>
                </a:cxn>
                <a:cxn ang="0">
                  <a:pos x="0" y="80"/>
                </a:cxn>
                <a:cxn ang="0">
                  <a:pos x="0" y="0"/>
                </a:cxn>
              </a:cxnLst>
              <a:rect l="0" t="0" r="r" b="b"/>
              <a:pathLst>
                <a:path w="159" h="120">
                  <a:moveTo>
                    <a:pt x="0" y="0"/>
                  </a:moveTo>
                  <a:lnTo>
                    <a:pt x="159" y="0"/>
                  </a:lnTo>
                  <a:lnTo>
                    <a:pt x="159" y="120"/>
                  </a:lnTo>
                  <a:lnTo>
                    <a:pt x="99" y="120"/>
                  </a:lnTo>
                  <a:lnTo>
                    <a:pt x="99" y="80"/>
                  </a:lnTo>
                  <a:lnTo>
                    <a:pt x="0" y="80"/>
                  </a:lnTo>
                  <a:lnTo>
                    <a:pt x="0" y="0"/>
                  </a:lnTo>
                  <a:close/>
                </a:path>
              </a:pathLst>
            </a:custGeom>
            <a:solidFill>
              <a:srgbClr val="E04C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noProof="0"/>
            </a:p>
          </p:txBody>
        </p:sp>
        <p:sp>
          <p:nvSpPr>
            <p:cNvPr id="40" name="Rectangle 34"/>
            <p:cNvSpPr>
              <a:spLocks noChangeArrowheads="1"/>
            </p:cNvSpPr>
            <p:nvPr/>
          </p:nvSpPr>
          <p:spPr bwMode="gray">
            <a:xfrm>
              <a:off x="2046446" y="5988118"/>
              <a:ext cx="85725" cy="107882"/>
            </a:xfrm>
            <a:prstGeom prst="rect">
              <a:avLst/>
            </a:prstGeom>
            <a:solidFill>
              <a:srgbClr val="D614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41" name="Rectangle 35"/>
            <p:cNvSpPr>
              <a:spLocks noChangeArrowheads="1"/>
            </p:cNvSpPr>
            <p:nvPr/>
          </p:nvSpPr>
          <p:spPr bwMode="gray">
            <a:xfrm>
              <a:off x="1905000" y="5933495"/>
              <a:ext cx="141446" cy="54624"/>
            </a:xfrm>
            <a:prstGeom prst="rect">
              <a:avLst/>
            </a:prstGeom>
            <a:solidFill>
              <a:srgbClr val="C93C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42" name="Rectangle 36"/>
            <p:cNvSpPr>
              <a:spLocks noChangeArrowheads="1"/>
            </p:cNvSpPr>
            <p:nvPr/>
          </p:nvSpPr>
          <p:spPr bwMode="gray">
            <a:xfrm>
              <a:off x="1905000" y="5988118"/>
              <a:ext cx="141446" cy="107882"/>
            </a:xfrm>
            <a:prstGeom prst="rect">
              <a:avLst/>
            </a:prstGeom>
            <a:solidFill>
              <a:srgbClr val="C01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grpSp>
      <p:cxnSp>
        <p:nvCxnSpPr>
          <p:cNvPr id="141" name="Shape 140"/>
          <p:cNvCxnSpPr/>
          <p:nvPr/>
        </p:nvCxnSpPr>
        <p:spPr>
          <a:xfrm rot="5400000" flipH="1" flipV="1">
            <a:off x="3781161" y="-1116164"/>
            <a:ext cx="220132" cy="5193377"/>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7" name="Title 1"/>
          <p:cNvSpPr>
            <a:spLocks noGrp="1"/>
          </p:cNvSpPr>
          <p:nvPr>
            <p:ph type="ctrTitle" hasCustomPrompt="1"/>
          </p:nvPr>
        </p:nvSpPr>
        <p:spPr bwMode="black">
          <a:xfrm>
            <a:off x="1402773" y="1456764"/>
            <a:ext cx="4052455" cy="1165413"/>
          </a:xfrm>
        </p:spPr>
        <p:txBody>
          <a:bodyPr anchor="t" anchorCtr="0">
            <a:noAutofit/>
          </a:bodyPr>
          <a:lstStyle>
            <a:lvl1pPr>
              <a:lnSpc>
                <a:spcPct val="90000"/>
              </a:lnSpc>
              <a:defRPr sz="3000" b="1" i="1" baseline="0">
                <a:solidFill>
                  <a:schemeClr val="tx1"/>
                </a:solidFill>
              </a:defRPr>
            </a:lvl1pPr>
          </a:lstStyle>
          <a:p>
            <a:r>
              <a:rPr lang="en-GB" noProof="0" dirty="0"/>
              <a:t>Click to add the report’s main title</a:t>
            </a:r>
          </a:p>
        </p:txBody>
      </p:sp>
      <p:sp>
        <p:nvSpPr>
          <p:cNvPr id="43" name="Subtitle 2"/>
          <p:cNvSpPr>
            <a:spLocks noGrp="1"/>
          </p:cNvSpPr>
          <p:nvPr>
            <p:ph type="subTitle" idx="1" hasCustomPrompt="1"/>
          </p:nvPr>
        </p:nvSpPr>
        <p:spPr bwMode="black">
          <a:xfrm>
            <a:off x="1402774" y="2816411"/>
            <a:ext cx="4052454" cy="1165413"/>
          </a:xfrm>
        </p:spPr>
        <p:txBody>
          <a:bodyPr>
            <a:noAutofit/>
          </a:bodyPr>
          <a:lstStyle>
            <a:lvl1pPr marL="0" indent="0" algn="l">
              <a:lnSpc>
                <a:spcPct val="90000"/>
              </a:lnSpc>
              <a:spcAft>
                <a:spcPts val="0"/>
              </a:spcAft>
              <a:buNone/>
              <a:defRPr sz="3000" baseline="0">
                <a:solidFill>
                  <a:schemeClr val="tx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45" name="Text Placeholder 31"/>
          <p:cNvSpPr>
            <a:spLocks noGrp="1"/>
          </p:cNvSpPr>
          <p:nvPr>
            <p:ph type="body" sz="quarter" idx="10" hasCustomPrompt="1"/>
          </p:nvPr>
        </p:nvSpPr>
        <p:spPr bwMode="black">
          <a:xfrm>
            <a:off x="1402773" y="679824"/>
            <a:ext cx="3117273" cy="194236"/>
          </a:xfrm>
        </p:spPr>
        <p:txBody>
          <a:bodyPr/>
          <a:lstStyle>
            <a:lvl1pPr>
              <a:defRPr sz="1100">
                <a:solidFill>
                  <a:schemeClr val="tx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err="1"/>
              <a:t>www.pwc.com</a:t>
            </a:r>
            <a:endParaRPr lang="en-GB" noProof="0" dirty="0"/>
          </a:p>
        </p:txBody>
      </p:sp>
      <p:grpSp>
        <p:nvGrpSpPr>
          <p:cNvPr id="3" name="Group 45"/>
          <p:cNvGrpSpPr/>
          <p:nvPr/>
        </p:nvGrpSpPr>
        <p:grpSpPr>
          <a:xfrm>
            <a:off x="716973" y="8643471"/>
            <a:ext cx="685800" cy="776941"/>
            <a:chOff x="1051560" y="6781800"/>
            <a:chExt cx="1005840" cy="609600"/>
          </a:xfrm>
        </p:grpSpPr>
        <p:sp>
          <p:nvSpPr>
            <p:cNvPr id="48" name="Rectangle 37"/>
            <p:cNvSpPr>
              <a:spLocks noChangeArrowheads="1"/>
            </p:cNvSpPr>
            <p:nvPr userDrawn="1"/>
          </p:nvSpPr>
          <p:spPr bwMode="black">
            <a:xfrm>
              <a:off x="1648968" y="6781800"/>
              <a:ext cx="256032" cy="54864"/>
            </a:xfrm>
            <a:prstGeom prst="rect">
              <a:avLst/>
            </a:prstGeom>
            <a:solidFill>
              <a:srgbClr val="A10000"/>
            </a:solidFill>
            <a:ln w="0">
              <a:solidFill>
                <a:srgbClr val="A1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49" name="Freeform 7"/>
            <p:cNvSpPr>
              <a:spLocks noEditPoints="1"/>
            </p:cNvSpPr>
            <p:nvPr userDrawn="1"/>
          </p:nvSpPr>
          <p:spPr bwMode="black">
            <a:xfrm>
              <a:off x="1051560" y="7000790"/>
              <a:ext cx="1005840" cy="39061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noProof="0"/>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 Picture">
    <p:spTree>
      <p:nvGrpSpPr>
        <p:cNvPr id="1" name=""/>
        <p:cNvGrpSpPr/>
        <p:nvPr/>
      </p:nvGrpSpPr>
      <p:grpSpPr>
        <a:xfrm>
          <a:off x="0" y="0"/>
          <a:ext cx="0" cy="0"/>
          <a:chOff x="0" y="0"/>
          <a:chExt cx="0" cy="0"/>
        </a:xfrm>
      </p:grpSpPr>
      <p:grpSp>
        <p:nvGrpSpPr>
          <p:cNvPr id="2" name="Group 84"/>
          <p:cNvGrpSpPr/>
          <p:nvPr/>
        </p:nvGrpSpPr>
        <p:grpSpPr>
          <a:xfrm>
            <a:off x="1298864" y="0"/>
            <a:ext cx="5559137" cy="8643471"/>
            <a:chOff x="1905000" y="0"/>
            <a:chExt cx="8153400" cy="6781800"/>
          </a:xfrm>
        </p:grpSpPr>
        <p:sp>
          <p:nvSpPr>
            <p:cNvPr id="86" name="Rectangle 159"/>
            <p:cNvSpPr>
              <a:spLocks noChangeArrowheads="1"/>
            </p:cNvSpPr>
            <p:nvPr userDrawn="1"/>
          </p:nvSpPr>
          <p:spPr bwMode="gray">
            <a:xfrm>
              <a:off x="8915400" y="3200400"/>
              <a:ext cx="609600" cy="3581400"/>
            </a:xfrm>
            <a:prstGeom prst="rect">
              <a:avLst/>
            </a:prstGeom>
            <a:solidFill>
              <a:srgbClr val="E88C1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87" name="Rectangle 153"/>
            <p:cNvSpPr>
              <a:spLocks noChangeArrowheads="1"/>
            </p:cNvSpPr>
            <p:nvPr/>
          </p:nvSpPr>
          <p:spPr bwMode="gray">
            <a:xfrm>
              <a:off x="9525000" y="3200400"/>
              <a:ext cx="533400" cy="3581400"/>
            </a:xfrm>
            <a:prstGeom prst="rect">
              <a:avLst/>
            </a:prstGeom>
            <a:solidFill>
              <a:srgbClr val="F3BC8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88" name="Rectangle 156"/>
            <p:cNvSpPr>
              <a:spLocks noChangeArrowheads="1"/>
            </p:cNvSpPr>
            <p:nvPr/>
          </p:nvSpPr>
          <p:spPr bwMode="gray">
            <a:xfrm>
              <a:off x="1905000" y="0"/>
              <a:ext cx="6248400" cy="990600"/>
            </a:xfrm>
            <a:prstGeom prst="rect">
              <a:avLst/>
            </a:prstGeom>
            <a:solidFill>
              <a:srgbClr val="EE9C3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89" name="Rectangle 160"/>
            <p:cNvSpPr>
              <a:spLocks noChangeArrowheads="1"/>
            </p:cNvSpPr>
            <p:nvPr userDrawn="1"/>
          </p:nvSpPr>
          <p:spPr bwMode="gray">
            <a:xfrm>
              <a:off x="8127647" y="3200400"/>
              <a:ext cx="787753" cy="3581400"/>
            </a:xfrm>
            <a:prstGeom prst="rect">
              <a:avLst/>
            </a:prstGeom>
            <a:solidFill>
              <a:srgbClr val="D1390D"/>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90" name="Rectangle 89"/>
            <p:cNvSpPr/>
            <p:nvPr userDrawn="1"/>
          </p:nvSpPr>
          <p:spPr bwMode="gray">
            <a:xfrm>
              <a:off x="1905000" y="3195320"/>
              <a:ext cx="6248400" cy="3586480"/>
            </a:xfrm>
            <a:prstGeom prst="rect">
              <a:avLst/>
            </a:prstGeom>
            <a:solidFill>
              <a:srgbClr val="C22303"/>
            </a:solidFill>
            <a:ln w="0">
              <a:noFill/>
              <a:prstDash val="solid"/>
              <a:round/>
              <a:headEnd/>
              <a:tailEnd/>
            </a:ln>
          </p:spPr>
          <p:txBody>
            <a:bodyPr vert="horz" wrap="square" lIns="91440" tIns="45720" rIns="91440" bIns="45720" numCol="1" anchor="t" anchorCtr="0" compatLnSpc="1">
              <a:prstTxWarp prst="textNoShape">
                <a:avLst/>
              </a:prstTxWarp>
            </a:bodyPr>
            <a:lstStyle/>
            <a:p>
              <a:pPr marL="0" algn="l" defTabSz="957685" rtl="0" eaLnBrk="1" latinLnBrk="0" hangingPunct="1"/>
              <a:endParaRPr lang="en-GB" sz="1900" kern="1200" noProof="0" dirty="0">
                <a:solidFill>
                  <a:schemeClr val="tx1"/>
                </a:solidFill>
                <a:latin typeface="+mn-lt"/>
                <a:ea typeface="+mn-ea"/>
                <a:cs typeface="+mn-cs"/>
              </a:endParaRPr>
            </a:p>
          </p:txBody>
        </p:sp>
        <p:sp>
          <p:nvSpPr>
            <p:cNvPr id="91" name="Rectangle 155"/>
            <p:cNvSpPr>
              <a:spLocks noChangeArrowheads="1"/>
            </p:cNvSpPr>
            <p:nvPr userDrawn="1"/>
          </p:nvSpPr>
          <p:spPr bwMode="gray">
            <a:xfrm>
              <a:off x="8127649" y="990600"/>
              <a:ext cx="787751" cy="2209800"/>
            </a:xfrm>
            <a:prstGeom prst="rect">
              <a:avLst/>
            </a:prstGeom>
            <a:solidFill>
              <a:srgbClr val="E669A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92" name="Rectangle 158"/>
            <p:cNvSpPr>
              <a:spLocks noChangeArrowheads="1"/>
            </p:cNvSpPr>
            <p:nvPr userDrawn="1"/>
          </p:nvSpPr>
          <p:spPr bwMode="gray">
            <a:xfrm>
              <a:off x="1905000" y="990600"/>
              <a:ext cx="6248400" cy="2209800"/>
            </a:xfrm>
            <a:prstGeom prst="rect">
              <a:avLst/>
            </a:prstGeom>
            <a:solidFill>
              <a:srgbClr val="D74021"/>
            </a:solidFill>
            <a:ln w="0">
              <a:noFill/>
              <a:prstDash val="solid"/>
              <a:miter lim="800000"/>
              <a:headEnd/>
              <a:tailEnd/>
            </a:ln>
          </p:spPr>
          <p:txBody>
            <a:bodyPr vert="horz" wrap="square" lIns="0" tIns="0" rIns="0" bIns="0" numCol="1" anchor="t" anchorCtr="0" compatLnSpc="1">
              <a:prstTxWarp prst="textNoShape">
                <a:avLst/>
              </a:prstTxWarp>
            </a:bodyPr>
            <a:lstStyle/>
            <a:p>
              <a:endParaRPr lang="en-GB" noProof="0"/>
            </a:p>
          </p:txBody>
        </p:sp>
      </p:grpSp>
      <p:sp>
        <p:nvSpPr>
          <p:cNvPr id="39" name="Title 1"/>
          <p:cNvSpPr>
            <a:spLocks noGrp="1"/>
          </p:cNvSpPr>
          <p:nvPr>
            <p:ph type="ctrTitle" hasCustomPrompt="1"/>
          </p:nvPr>
        </p:nvSpPr>
        <p:spPr bwMode="white">
          <a:xfrm>
            <a:off x="1402773" y="1456764"/>
            <a:ext cx="4052455" cy="1165413"/>
          </a:xfrm>
        </p:spPr>
        <p:txBody>
          <a:bodyPr anchor="t" anchorCtr="0">
            <a:noAutofit/>
          </a:bodyPr>
          <a:lstStyle>
            <a:lvl1pPr>
              <a:lnSpc>
                <a:spcPct val="90000"/>
              </a:lnSpc>
              <a:defRPr sz="3000" b="1" i="1" baseline="0">
                <a:solidFill>
                  <a:schemeClr val="bg1"/>
                </a:solidFill>
              </a:defRPr>
            </a:lvl1pPr>
          </a:lstStyle>
          <a:p>
            <a:r>
              <a:rPr lang="en-GB" noProof="0" dirty="0"/>
              <a:t>Click to add the report’s main title</a:t>
            </a:r>
          </a:p>
        </p:txBody>
      </p:sp>
      <p:sp>
        <p:nvSpPr>
          <p:cNvPr id="40" name="Subtitle 2"/>
          <p:cNvSpPr>
            <a:spLocks noGrp="1"/>
          </p:cNvSpPr>
          <p:nvPr>
            <p:ph type="subTitle" idx="1" hasCustomPrompt="1"/>
          </p:nvPr>
        </p:nvSpPr>
        <p:spPr bwMode="white">
          <a:xfrm>
            <a:off x="1402774" y="2816411"/>
            <a:ext cx="4052454" cy="1165413"/>
          </a:xfrm>
        </p:spPr>
        <p:txBody>
          <a:bodyPr>
            <a:noAutofit/>
          </a:bodyPr>
          <a:lstStyle>
            <a:lvl1pPr marL="0" indent="0" algn="l">
              <a:lnSpc>
                <a:spcPct val="90000"/>
              </a:lnSpc>
              <a:spcAft>
                <a:spcPts val="0"/>
              </a:spcAft>
              <a:buNone/>
              <a:defRPr sz="3000" baseline="0">
                <a:solidFill>
                  <a:schemeClr val="bg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41" name="Text Placeholder 31"/>
          <p:cNvSpPr>
            <a:spLocks noGrp="1"/>
          </p:cNvSpPr>
          <p:nvPr>
            <p:ph type="body" sz="quarter" idx="10" hasCustomPrompt="1"/>
          </p:nvPr>
        </p:nvSpPr>
        <p:spPr bwMode="white">
          <a:xfrm>
            <a:off x="1402773" y="679824"/>
            <a:ext cx="3117273" cy="194236"/>
          </a:xfrm>
        </p:spPr>
        <p:txBody>
          <a:bodyPr/>
          <a:lstStyle>
            <a:lvl1pPr>
              <a:defRPr sz="1100">
                <a:solidFill>
                  <a:schemeClr val="bg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err="1"/>
              <a:t>www.pwc.com</a:t>
            </a:r>
            <a:endParaRPr lang="en-GB" noProof="0" dirty="0"/>
          </a:p>
        </p:txBody>
      </p:sp>
      <p:grpSp>
        <p:nvGrpSpPr>
          <p:cNvPr id="3" name="Group 41"/>
          <p:cNvGrpSpPr/>
          <p:nvPr/>
        </p:nvGrpSpPr>
        <p:grpSpPr>
          <a:xfrm>
            <a:off x="716973" y="8643471"/>
            <a:ext cx="685800" cy="776941"/>
            <a:chOff x="1051560" y="6781800"/>
            <a:chExt cx="1005840" cy="609600"/>
          </a:xfrm>
        </p:grpSpPr>
        <p:sp>
          <p:nvSpPr>
            <p:cNvPr id="43" name="Rectangle 37"/>
            <p:cNvSpPr>
              <a:spLocks noChangeArrowheads="1"/>
            </p:cNvSpPr>
            <p:nvPr userDrawn="1"/>
          </p:nvSpPr>
          <p:spPr bwMode="black">
            <a:xfrm>
              <a:off x="1648968" y="6781800"/>
              <a:ext cx="256032" cy="54864"/>
            </a:xfrm>
            <a:prstGeom prst="rect">
              <a:avLst/>
            </a:prstGeom>
            <a:solidFill>
              <a:srgbClr val="A10000"/>
            </a:solidFill>
            <a:ln w="0">
              <a:solidFill>
                <a:srgbClr val="A1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44" name="Freeform 7"/>
            <p:cNvSpPr>
              <a:spLocks noEditPoints="1"/>
            </p:cNvSpPr>
            <p:nvPr userDrawn="1"/>
          </p:nvSpPr>
          <p:spPr bwMode="black">
            <a:xfrm>
              <a:off x="1051560" y="7000790"/>
              <a:ext cx="1005840" cy="39061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noProof="0"/>
            </a:p>
          </p:txBody>
        </p:sp>
      </p:grpSp>
      <p:sp>
        <p:nvSpPr>
          <p:cNvPr id="66" name="Picture Placeholder 65"/>
          <p:cNvSpPr>
            <a:spLocks noGrp="1"/>
          </p:cNvSpPr>
          <p:nvPr>
            <p:ph type="pic" sz="quarter" idx="11"/>
          </p:nvPr>
        </p:nvSpPr>
        <p:spPr>
          <a:xfrm>
            <a:off x="1298865" y="4078942"/>
            <a:ext cx="4779818" cy="4564529"/>
          </a:xfrm>
        </p:spPr>
        <p:txBody>
          <a:bodyPr/>
          <a:lstStyle/>
          <a:p>
            <a:r>
              <a:rPr lang="en-GB"/>
              <a:t>Click icon to add picture</a:t>
            </a:r>
          </a:p>
        </p:txBody>
      </p:sp>
      <p:grpSp>
        <p:nvGrpSpPr>
          <p:cNvPr id="17" name="Group 31"/>
          <p:cNvGrpSpPr/>
          <p:nvPr userDrawn="1"/>
        </p:nvGrpSpPr>
        <p:grpSpPr>
          <a:xfrm>
            <a:off x="291600" y="4092575"/>
            <a:ext cx="936000" cy="144000"/>
            <a:chOff x="489087" y="2521685"/>
            <a:chExt cx="1209752" cy="151219"/>
          </a:xfrm>
        </p:grpSpPr>
        <p:cxnSp>
          <p:nvCxnSpPr>
            <p:cNvPr id="18" name="Straight Connector 17"/>
            <p:cNvCxnSpPr/>
            <p:nvPr userDrawn="1"/>
          </p:nvCxnSpPr>
          <p:spPr>
            <a:xfrm rot="10800000">
              <a:off x="489087" y="2521686"/>
              <a:ext cx="1209752"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rot="5400000">
              <a:off x="413478" y="2597295"/>
              <a:ext cx="151219"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p:sp>
        <p:nvSpPr>
          <p:cNvPr id="20" name="Text Placeholder 34"/>
          <p:cNvSpPr>
            <a:spLocks noGrp="1"/>
          </p:cNvSpPr>
          <p:nvPr>
            <p:ph type="body" sz="quarter" idx="12" hasCustomPrompt="1"/>
          </p:nvPr>
        </p:nvSpPr>
        <p:spPr>
          <a:xfrm>
            <a:off x="381983" y="4168775"/>
            <a:ext cx="808642" cy="860425"/>
          </a:xfrm>
        </p:spPr>
        <p:txBody>
          <a:bodyPr/>
          <a:lstStyle>
            <a:lvl1pPr>
              <a:defRPr i="1"/>
            </a:lvl1pPr>
          </a:lstStyle>
          <a:p>
            <a:pPr lvl="0"/>
            <a:r>
              <a:rPr lang="en-US" dirty="0"/>
              <a:t>[Client]</a:t>
            </a:r>
          </a:p>
          <a:p>
            <a:pPr lvl="0"/>
            <a:r>
              <a:rPr lang="en-US" dirty="0"/>
              <a:t>[Month/year]</a:t>
            </a:r>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Slide">
    <p:spTree>
      <p:nvGrpSpPr>
        <p:cNvPr id="1" name=""/>
        <p:cNvGrpSpPr/>
        <p:nvPr/>
      </p:nvGrpSpPr>
      <p:grpSpPr>
        <a:xfrm>
          <a:off x="0" y="0"/>
          <a:ext cx="0" cy="0"/>
          <a:chOff x="0" y="0"/>
          <a:chExt cx="0" cy="0"/>
        </a:xfrm>
      </p:grpSpPr>
      <p:grpSp>
        <p:nvGrpSpPr>
          <p:cNvPr id="2" name="Group 124"/>
          <p:cNvGrpSpPr/>
          <p:nvPr/>
        </p:nvGrpSpPr>
        <p:grpSpPr>
          <a:xfrm>
            <a:off x="1298864" y="0"/>
            <a:ext cx="5559137" cy="8643471"/>
            <a:chOff x="1905000" y="0"/>
            <a:chExt cx="8153400" cy="6781800"/>
          </a:xfrm>
        </p:grpSpPr>
        <p:sp>
          <p:nvSpPr>
            <p:cNvPr id="126" name="Rectangle 159"/>
            <p:cNvSpPr>
              <a:spLocks noChangeArrowheads="1"/>
            </p:cNvSpPr>
            <p:nvPr userDrawn="1"/>
          </p:nvSpPr>
          <p:spPr bwMode="gray">
            <a:xfrm>
              <a:off x="8915400" y="3200400"/>
              <a:ext cx="609600" cy="3581400"/>
            </a:xfrm>
            <a:prstGeom prst="rect">
              <a:avLst/>
            </a:prstGeom>
            <a:solidFill>
              <a:srgbClr val="E88C1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127" name="Rectangle 153"/>
            <p:cNvSpPr>
              <a:spLocks noChangeArrowheads="1"/>
            </p:cNvSpPr>
            <p:nvPr/>
          </p:nvSpPr>
          <p:spPr bwMode="gray">
            <a:xfrm>
              <a:off x="9525000" y="3200400"/>
              <a:ext cx="533400" cy="3581400"/>
            </a:xfrm>
            <a:prstGeom prst="rect">
              <a:avLst/>
            </a:prstGeom>
            <a:solidFill>
              <a:srgbClr val="F3BC8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128" name="Rectangle 156"/>
            <p:cNvSpPr>
              <a:spLocks noChangeArrowheads="1"/>
            </p:cNvSpPr>
            <p:nvPr/>
          </p:nvSpPr>
          <p:spPr bwMode="gray">
            <a:xfrm>
              <a:off x="1905000" y="0"/>
              <a:ext cx="6248400" cy="990600"/>
            </a:xfrm>
            <a:prstGeom prst="rect">
              <a:avLst/>
            </a:prstGeom>
            <a:solidFill>
              <a:srgbClr val="EE9C3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129" name="Rectangle 160"/>
            <p:cNvSpPr>
              <a:spLocks noChangeArrowheads="1"/>
            </p:cNvSpPr>
            <p:nvPr userDrawn="1"/>
          </p:nvSpPr>
          <p:spPr bwMode="gray">
            <a:xfrm>
              <a:off x="8127647" y="3200400"/>
              <a:ext cx="787753" cy="3581400"/>
            </a:xfrm>
            <a:prstGeom prst="rect">
              <a:avLst/>
            </a:prstGeom>
            <a:solidFill>
              <a:srgbClr val="D1390D"/>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130" name="Rectangle 129"/>
            <p:cNvSpPr/>
            <p:nvPr userDrawn="1"/>
          </p:nvSpPr>
          <p:spPr bwMode="gray">
            <a:xfrm>
              <a:off x="1905000" y="3195320"/>
              <a:ext cx="6248400" cy="3586480"/>
            </a:xfrm>
            <a:prstGeom prst="rect">
              <a:avLst/>
            </a:prstGeom>
            <a:solidFill>
              <a:srgbClr val="C22303"/>
            </a:solidFill>
            <a:ln w="0">
              <a:noFill/>
              <a:prstDash val="solid"/>
              <a:round/>
              <a:headEnd/>
              <a:tailEnd/>
            </a:ln>
          </p:spPr>
          <p:txBody>
            <a:bodyPr vert="horz" wrap="square" lIns="91440" tIns="45720" rIns="91440" bIns="45720" numCol="1" anchor="t" anchorCtr="0" compatLnSpc="1">
              <a:prstTxWarp prst="textNoShape">
                <a:avLst/>
              </a:prstTxWarp>
            </a:bodyPr>
            <a:lstStyle/>
            <a:p>
              <a:pPr marL="0" algn="l" defTabSz="957685" rtl="0" eaLnBrk="1" latinLnBrk="0" hangingPunct="1"/>
              <a:endParaRPr lang="en-GB" sz="1900" kern="1200" noProof="0" dirty="0">
                <a:solidFill>
                  <a:schemeClr val="tx1"/>
                </a:solidFill>
                <a:latin typeface="+mn-lt"/>
                <a:ea typeface="+mn-ea"/>
                <a:cs typeface="+mn-cs"/>
              </a:endParaRPr>
            </a:p>
          </p:txBody>
        </p:sp>
        <p:sp>
          <p:nvSpPr>
            <p:cNvPr id="131" name="Rectangle 155"/>
            <p:cNvSpPr>
              <a:spLocks noChangeArrowheads="1"/>
            </p:cNvSpPr>
            <p:nvPr userDrawn="1"/>
          </p:nvSpPr>
          <p:spPr bwMode="gray">
            <a:xfrm>
              <a:off x="8127649" y="990600"/>
              <a:ext cx="787751" cy="2209800"/>
            </a:xfrm>
            <a:prstGeom prst="rect">
              <a:avLst/>
            </a:prstGeom>
            <a:solidFill>
              <a:srgbClr val="E669A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132" name="Rectangle 158"/>
            <p:cNvSpPr>
              <a:spLocks noChangeArrowheads="1"/>
            </p:cNvSpPr>
            <p:nvPr userDrawn="1"/>
          </p:nvSpPr>
          <p:spPr bwMode="gray">
            <a:xfrm>
              <a:off x="1905000" y="990600"/>
              <a:ext cx="6248400" cy="2209800"/>
            </a:xfrm>
            <a:prstGeom prst="rect">
              <a:avLst/>
            </a:prstGeom>
            <a:solidFill>
              <a:srgbClr val="D74021"/>
            </a:solidFill>
            <a:ln w="0">
              <a:noFill/>
              <a:prstDash val="solid"/>
              <a:miter lim="800000"/>
              <a:headEnd/>
              <a:tailEnd/>
            </a:ln>
          </p:spPr>
          <p:txBody>
            <a:bodyPr vert="horz" wrap="square" lIns="0" tIns="0" rIns="0" bIns="0" numCol="1" anchor="t" anchorCtr="0" compatLnSpc="1">
              <a:prstTxWarp prst="textNoShape">
                <a:avLst/>
              </a:prstTxWarp>
            </a:bodyPr>
            <a:lstStyle/>
            <a:p>
              <a:endParaRPr lang="en-GB" noProof="0"/>
            </a:p>
          </p:txBody>
        </p:sp>
      </p:grpSp>
      <p:sp>
        <p:nvSpPr>
          <p:cNvPr id="15" name="Title 1"/>
          <p:cNvSpPr>
            <a:spLocks noGrp="1"/>
          </p:cNvSpPr>
          <p:nvPr>
            <p:ph type="ctrTitle" hasCustomPrompt="1"/>
          </p:nvPr>
        </p:nvSpPr>
        <p:spPr bwMode="white">
          <a:xfrm>
            <a:off x="1402773" y="1456764"/>
            <a:ext cx="4052455" cy="1165413"/>
          </a:xfrm>
        </p:spPr>
        <p:txBody>
          <a:bodyPr anchor="t" anchorCtr="0">
            <a:noAutofit/>
          </a:bodyPr>
          <a:lstStyle>
            <a:lvl1pPr>
              <a:lnSpc>
                <a:spcPct val="90000"/>
              </a:lnSpc>
              <a:defRPr sz="3000" b="1" i="1" baseline="0">
                <a:solidFill>
                  <a:schemeClr val="bg1"/>
                </a:solidFill>
              </a:defRPr>
            </a:lvl1pPr>
          </a:lstStyle>
          <a:p>
            <a:r>
              <a:rPr lang="en-GB" noProof="0" dirty="0"/>
              <a:t>Click to add the report’s main title</a:t>
            </a:r>
          </a:p>
        </p:txBody>
      </p:sp>
      <p:sp>
        <p:nvSpPr>
          <p:cNvPr id="18" name="Subtitle 2"/>
          <p:cNvSpPr>
            <a:spLocks noGrp="1"/>
          </p:cNvSpPr>
          <p:nvPr>
            <p:ph type="subTitle" idx="1" hasCustomPrompt="1"/>
          </p:nvPr>
        </p:nvSpPr>
        <p:spPr bwMode="white">
          <a:xfrm>
            <a:off x="1402774" y="2816411"/>
            <a:ext cx="4052454" cy="1165413"/>
          </a:xfrm>
        </p:spPr>
        <p:txBody>
          <a:bodyPr>
            <a:noAutofit/>
          </a:bodyPr>
          <a:lstStyle>
            <a:lvl1pPr marL="0" indent="0" algn="l">
              <a:lnSpc>
                <a:spcPct val="90000"/>
              </a:lnSpc>
              <a:spcAft>
                <a:spcPts val="0"/>
              </a:spcAft>
              <a:buNone/>
              <a:defRPr sz="3000" baseline="0">
                <a:solidFill>
                  <a:schemeClr val="bg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21" name="Text Placeholder 31"/>
          <p:cNvSpPr>
            <a:spLocks noGrp="1"/>
          </p:cNvSpPr>
          <p:nvPr>
            <p:ph type="body" sz="quarter" idx="10" hasCustomPrompt="1"/>
          </p:nvPr>
        </p:nvSpPr>
        <p:spPr bwMode="white">
          <a:xfrm>
            <a:off x="1402773" y="679824"/>
            <a:ext cx="3117273" cy="194236"/>
          </a:xfrm>
        </p:spPr>
        <p:txBody>
          <a:bodyPr/>
          <a:lstStyle>
            <a:lvl1pPr>
              <a:defRPr sz="1100">
                <a:solidFill>
                  <a:schemeClr val="bg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err="1"/>
              <a:t>www.pwc.com</a:t>
            </a:r>
            <a:endParaRPr lang="en-GB" noProof="0" dirty="0"/>
          </a:p>
        </p:txBody>
      </p:sp>
      <p:grpSp>
        <p:nvGrpSpPr>
          <p:cNvPr id="3" name="Group 59"/>
          <p:cNvGrpSpPr/>
          <p:nvPr/>
        </p:nvGrpSpPr>
        <p:grpSpPr>
          <a:xfrm>
            <a:off x="716973" y="8643471"/>
            <a:ext cx="685800" cy="776941"/>
            <a:chOff x="1051560" y="6781800"/>
            <a:chExt cx="1005840" cy="609600"/>
          </a:xfrm>
        </p:grpSpPr>
        <p:sp>
          <p:nvSpPr>
            <p:cNvPr id="19" name="Rectangle 37"/>
            <p:cNvSpPr>
              <a:spLocks noChangeArrowheads="1"/>
            </p:cNvSpPr>
            <p:nvPr userDrawn="1"/>
          </p:nvSpPr>
          <p:spPr bwMode="black">
            <a:xfrm>
              <a:off x="1648968" y="6781800"/>
              <a:ext cx="256032" cy="54864"/>
            </a:xfrm>
            <a:prstGeom prst="rect">
              <a:avLst/>
            </a:prstGeom>
            <a:solidFill>
              <a:srgbClr val="A10000"/>
            </a:solidFill>
            <a:ln w="0">
              <a:solidFill>
                <a:srgbClr val="A1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noProof="0"/>
            </a:p>
          </p:txBody>
        </p:sp>
        <p:sp>
          <p:nvSpPr>
            <p:cNvPr id="23" name="Freeform 7"/>
            <p:cNvSpPr>
              <a:spLocks noEditPoints="1"/>
            </p:cNvSpPr>
            <p:nvPr userDrawn="1"/>
          </p:nvSpPr>
          <p:spPr bwMode="black">
            <a:xfrm>
              <a:off x="1051560" y="7000790"/>
              <a:ext cx="1005840" cy="39061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noProof="0"/>
            </a:p>
          </p:txBody>
        </p:sp>
      </p:grpSp>
      <p:grpSp>
        <p:nvGrpSpPr>
          <p:cNvPr id="16" name="Group 31"/>
          <p:cNvGrpSpPr/>
          <p:nvPr userDrawn="1"/>
        </p:nvGrpSpPr>
        <p:grpSpPr>
          <a:xfrm>
            <a:off x="291600" y="4092575"/>
            <a:ext cx="936000" cy="144000"/>
            <a:chOff x="489087" y="2521685"/>
            <a:chExt cx="1209752" cy="151219"/>
          </a:xfrm>
        </p:grpSpPr>
        <p:cxnSp>
          <p:nvCxnSpPr>
            <p:cNvPr id="17" name="Straight Connector 16"/>
            <p:cNvCxnSpPr/>
            <p:nvPr userDrawn="1"/>
          </p:nvCxnSpPr>
          <p:spPr>
            <a:xfrm rot="10800000">
              <a:off x="489087" y="2521686"/>
              <a:ext cx="1209752"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rot="5400000">
              <a:off x="413478" y="2597295"/>
              <a:ext cx="151219"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p:sp>
        <p:nvSpPr>
          <p:cNvPr id="22" name="Text Placeholder 34"/>
          <p:cNvSpPr>
            <a:spLocks noGrp="1"/>
          </p:cNvSpPr>
          <p:nvPr>
            <p:ph type="body" sz="quarter" idx="12" hasCustomPrompt="1"/>
          </p:nvPr>
        </p:nvSpPr>
        <p:spPr>
          <a:xfrm>
            <a:off x="381983" y="4168775"/>
            <a:ext cx="808642" cy="860425"/>
          </a:xfrm>
        </p:spPr>
        <p:txBody>
          <a:bodyPr/>
          <a:lstStyle>
            <a:lvl1pPr>
              <a:defRPr i="1"/>
            </a:lvl1pPr>
          </a:lstStyle>
          <a:p>
            <a:pPr lvl="0"/>
            <a:r>
              <a:rPr lang="en-US" dirty="0"/>
              <a:t>[Client]</a:t>
            </a:r>
          </a:p>
          <a:p>
            <a:pPr lvl="0"/>
            <a:r>
              <a:rPr lang="en-US" dirty="0"/>
              <a:t>[Month/year]</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sp>
        <p:nvSpPr>
          <p:cNvPr id="17"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3"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
        <p:nvSpPr>
          <p:cNvPr id="16" name="Text Placeholder 15"/>
          <p:cNvSpPr>
            <a:spLocks noGrp="1"/>
          </p:cNvSpPr>
          <p:nvPr>
            <p:ph type="body" sz="quarter" idx="17"/>
          </p:nvPr>
        </p:nvSpPr>
        <p:spPr>
          <a:xfrm>
            <a:off x="381001" y="2495550"/>
            <a:ext cx="2743200" cy="1295400"/>
          </a:xfrm>
        </p:spPr>
        <p:txBody>
          <a:bodyPr/>
          <a:lstStyle>
            <a:lvl1pPr algn="l">
              <a:defRPr sz="2000" b="1" i="1">
                <a:solidFill>
                  <a:schemeClr val="accent1"/>
                </a:solidFill>
              </a:defRPr>
            </a:lvl1pPr>
            <a:lvl2pPr>
              <a:defRPr sz="1800" b="1" i="1"/>
            </a:lvl2pPr>
            <a:lvl3pPr>
              <a:defRPr sz="1800" b="1" i="1"/>
            </a:lvl3pPr>
            <a:lvl4pPr>
              <a:defRPr sz="1800" b="1" i="1"/>
            </a:lvl4pPr>
            <a:lvl5pPr>
              <a:defRPr sz="1800" b="1" i="1"/>
            </a:lvl5pPr>
          </a:lstStyle>
          <a:p>
            <a:pPr lvl="0"/>
            <a:r>
              <a:rPr lang="en-US" dirty="0"/>
              <a:t>Click to edit Master text styles</a:t>
            </a:r>
            <a:endParaRPr lang="en-GB" dirty="0"/>
          </a:p>
        </p:txBody>
      </p:sp>
      <p:cxnSp>
        <p:nvCxnSpPr>
          <p:cNvPr id="10" name="Shape 9"/>
          <p:cNvCxnSpPr/>
          <p:nvPr userDrawn="1"/>
        </p:nvCxnSpPr>
        <p:spPr>
          <a:xfrm rot="5400000" flipH="1" flipV="1">
            <a:off x="1712734" y="931683"/>
            <a:ext cx="220132" cy="3060000"/>
          </a:xfrm>
          <a:prstGeom prst="bentConnector2">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 Placeholder 15"/>
          <p:cNvSpPr>
            <a:spLocks noGrp="1"/>
          </p:cNvSpPr>
          <p:nvPr>
            <p:ph type="body" sz="quarter" idx="18"/>
          </p:nvPr>
        </p:nvSpPr>
        <p:spPr>
          <a:xfrm>
            <a:off x="381001" y="1524000"/>
            <a:ext cx="914400" cy="685800"/>
          </a:xfrm>
        </p:spPr>
        <p:txBody>
          <a:bodyPr/>
          <a:lstStyle>
            <a:lvl1pPr algn="l">
              <a:defRPr sz="4800" b="1" i="0">
                <a:solidFill>
                  <a:schemeClr val="accent1"/>
                </a:solidFill>
              </a:defRPr>
            </a:lvl1pPr>
            <a:lvl2pPr>
              <a:defRPr sz="1800" b="1" i="1"/>
            </a:lvl2pPr>
            <a:lvl3pPr>
              <a:defRPr sz="1800" b="1" i="1"/>
            </a:lvl3pPr>
            <a:lvl4pPr>
              <a:defRPr sz="1800" b="1" i="1"/>
            </a:lvl4pPr>
            <a:lvl5pPr>
              <a:defRPr sz="1800" b="1" i="1"/>
            </a:lvl5pPr>
          </a:lstStyle>
          <a:p>
            <a:pPr lvl="0"/>
            <a:r>
              <a:rPr lang="en-US" dirty="0"/>
              <a:t>C</a:t>
            </a:r>
            <a:endParaRPr lang="en-GB" dirty="0"/>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Three_first page">
    <p:spTree>
      <p:nvGrpSpPr>
        <p:cNvPr id="1" name=""/>
        <p:cNvGrpSpPr/>
        <p:nvPr/>
      </p:nvGrpSpPr>
      <p:grpSpPr>
        <a:xfrm>
          <a:off x="0" y="0"/>
          <a:ext cx="0" cy="0"/>
          <a:chOff x="0" y="0"/>
          <a:chExt cx="0" cy="0"/>
        </a:xfrm>
      </p:grpSpPr>
      <p:sp>
        <p:nvSpPr>
          <p:cNvPr id="28" name="Content Placeholder 26"/>
          <p:cNvSpPr>
            <a:spLocks noGrp="1"/>
          </p:cNvSpPr>
          <p:nvPr>
            <p:ph sz="quarter" idx="14"/>
          </p:nvPr>
        </p:nvSpPr>
        <p:spPr>
          <a:xfrm>
            <a:off x="2476500" y="1524003"/>
            <a:ext cx="1920875" cy="7543797"/>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31" name="Content Placeholder 26"/>
          <p:cNvSpPr>
            <a:spLocks noGrp="1"/>
          </p:cNvSpPr>
          <p:nvPr>
            <p:ph sz="quarter" idx="15"/>
          </p:nvPr>
        </p:nvSpPr>
        <p:spPr>
          <a:xfrm>
            <a:off x="4562475" y="1524000"/>
            <a:ext cx="1914525" cy="7543799"/>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7"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3"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
        <p:nvSpPr>
          <p:cNvPr id="9" name="Rectangle 8"/>
          <p:cNvSpPr/>
          <p:nvPr userDrawn="1"/>
        </p:nvSpPr>
        <p:spPr bwMode="ltGray">
          <a:xfrm>
            <a:off x="0" y="1524000"/>
            <a:ext cx="2266950" cy="2757488"/>
          </a:xfrm>
          <a:prstGeom prst="rect">
            <a:avLst/>
          </a:prstGeom>
          <a:solidFill>
            <a:schemeClr val="tx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bg1"/>
              </a:solidFill>
              <a:latin typeface="Georgia" pitchFamily="18" charset="0"/>
            </a:endParaRPr>
          </a:p>
        </p:txBody>
      </p:sp>
      <p:sp>
        <p:nvSpPr>
          <p:cNvPr id="12" name="Content Placeholder 11"/>
          <p:cNvSpPr>
            <a:spLocks noGrp="1"/>
          </p:cNvSpPr>
          <p:nvPr>
            <p:ph sz="quarter" idx="16"/>
          </p:nvPr>
        </p:nvSpPr>
        <p:spPr>
          <a:xfrm>
            <a:off x="381000" y="4572000"/>
            <a:ext cx="1905000" cy="449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ext Placeholder 15"/>
          <p:cNvSpPr>
            <a:spLocks noGrp="1"/>
          </p:cNvSpPr>
          <p:nvPr>
            <p:ph type="body" sz="quarter" idx="17"/>
          </p:nvPr>
        </p:nvSpPr>
        <p:spPr>
          <a:xfrm>
            <a:off x="363538" y="2819400"/>
            <a:ext cx="1693862" cy="1295400"/>
          </a:xfrm>
        </p:spPr>
        <p:txBody>
          <a:bodyPr/>
          <a:lstStyle>
            <a:lvl1pPr algn="l">
              <a:defRPr sz="1800" b="1" i="1">
                <a:solidFill>
                  <a:schemeClr val="bg1"/>
                </a:solidFill>
              </a:defRPr>
            </a:lvl1pPr>
            <a:lvl2pPr>
              <a:defRPr sz="1800" b="1" i="1"/>
            </a:lvl2pPr>
            <a:lvl3pPr>
              <a:defRPr sz="1800" b="1" i="1"/>
            </a:lvl3pPr>
            <a:lvl4pPr>
              <a:defRPr sz="1800" b="1" i="1"/>
            </a:lvl4pPr>
            <a:lvl5pPr>
              <a:defRPr sz="1800" b="1" i="1"/>
            </a:lvl5pPr>
          </a:lstStyle>
          <a:p>
            <a:pPr lvl="0"/>
            <a:r>
              <a:rPr lang="en-US" dirty="0"/>
              <a:t>Click to edit Master text styles</a:t>
            </a:r>
            <a:endParaRPr lang="en-GB"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 Three">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190499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1524000"/>
            <a:ext cx="1920875" cy="36576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4562475" y="1523996"/>
            <a:ext cx="1914525" cy="3657601"/>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
        <p:nvSpPr>
          <p:cNvPr id="7" name="Content Placeholder 26"/>
          <p:cNvSpPr>
            <a:spLocks noGrp="1"/>
          </p:cNvSpPr>
          <p:nvPr>
            <p:ph sz="quarter" idx="16"/>
          </p:nvPr>
        </p:nvSpPr>
        <p:spPr>
          <a:xfrm>
            <a:off x="2476500" y="5410201"/>
            <a:ext cx="1920875" cy="36576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6"/>
          <p:cNvSpPr>
            <a:spLocks noGrp="1"/>
          </p:cNvSpPr>
          <p:nvPr>
            <p:ph sz="quarter" idx="17"/>
          </p:nvPr>
        </p:nvSpPr>
        <p:spPr>
          <a:xfrm>
            <a:off x="4562475" y="5410197"/>
            <a:ext cx="1914525" cy="3657601"/>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hree">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190499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1523999"/>
            <a:ext cx="1920875" cy="754380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4562475" y="1523996"/>
            <a:ext cx="1914525"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Two">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291464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3547776" y="1523996"/>
            <a:ext cx="2929224"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ppendix: Two columns">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291464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3547776" y="1523996"/>
            <a:ext cx="2929224"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ppendix: CV">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2914650"/>
            <a:ext cx="1676399" cy="615315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2914649"/>
            <a:ext cx="4000500" cy="615315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8"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 CV (page 2)">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2914650"/>
            <a:ext cx="2914649" cy="615315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3547776" y="2914646"/>
            <a:ext cx="2929224" cy="6153153"/>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ppendix: Three columns">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190499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1523999"/>
            <a:ext cx="1920875" cy="754380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4562475" y="1523996"/>
            <a:ext cx="1914525"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8"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One with Impact">
    <p:spTree>
      <p:nvGrpSpPr>
        <p:cNvPr id="1" name=""/>
        <p:cNvGrpSpPr/>
        <p:nvPr/>
      </p:nvGrpSpPr>
      <p:grpSpPr>
        <a:xfrm>
          <a:off x="0" y="0"/>
          <a:ext cx="0" cy="0"/>
          <a:chOff x="0" y="0"/>
          <a:chExt cx="0" cy="0"/>
        </a:xfrm>
      </p:grpSpPr>
      <p:sp>
        <p:nvSpPr>
          <p:cNvPr id="2" name="Title 1"/>
          <p:cNvSpPr>
            <a:spLocks noGrp="1"/>
          </p:cNvSpPr>
          <p:nvPr>
            <p:ph type="title"/>
          </p:nvPr>
        </p:nvSpPr>
        <p:spPr>
          <a:xfrm>
            <a:off x="2441863" y="1456764"/>
            <a:ext cx="4052455" cy="1165413"/>
          </a:xfrm>
        </p:spPr>
        <p:txBody>
          <a:bodyPr/>
          <a:lstStyle>
            <a:lvl1pPr>
              <a:defRPr/>
            </a:lvl1pPr>
          </a:lstStyle>
          <a:p>
            <a:r>
              <a:rPr lang="en-GB" noProof="1"/>
              <a:t>Click to edit Master title style</a:t>
            </a:r>
          </a:p>
        </p:txBody>
      </p:sp>
      <p:sp>
        <p:nvSpPr>
          <p:cNvPr id="31" name="Content Placeholder 26"/>
          <p:cNvSpPr>
            <a:spLocks noGrp="1"/>
          </p:cNvSpPr>
          <p:nvPr>
            <p:ph sz="quarter" idx="15"/>
          </p:nvPr>
        </p:nvSpPr>
        <p:spPr>
          <a:xfrm>
            <a:off x="2441863" y="2816414"/>
            <a:ext cx="4052455" cy="5632823"/>
          </a:xfrm>
        </p:spPr>
        <p:txBody>
          <a:bodyPr/>
          <a:lstStyle>
            <a:lvl1pPr>
              <a:defRPr baseline="0"/>
            </a:lvl1pPr>
          </a:lstStyle>
          <a:p>
            <a:pPr lvl="0"/>
            <a:r>
              <a:rPr lang="en-GB" noProof="1"/>
              <a:t>Click to edit Master text styles</a:t>
            </a:r>
          </a:p>
          <a:p>
            <a:pPr lvl="1"/>
            <a:r>
              <a:rPr lang="en-GB" noProof="1"/>
              <a:t>Second level</a:t>
            </a:r>
          </a:p>
          <a:p>
            <a:pPr lvl="2"/>
            <a:r>
              <a:rPr lang="en-GB" noProof="1"/>
              <a:t>Third level</a:t>
            </a:r>
          </a:p>
          <a:p>
            <a:pPr lvl="3"/>
            <a:r>
              <a:rPr lang="en-GB" noProof="1"/>
              <a:t>Fourth level</a:t>
            </a:r>
          </a:p>
          <a:p>
            <a:pPr lvl="4"/>
            <a:r>
              <a:rPr lang="en-GB" noProof="1"/>
              <a:t>Fifth level</a:t>
            </a:r>
          </a:p>
        </p:txBody>
      </p:sp>
      <p:sp>
        <p:nvSpPr>
          <p:cNvPr id="12" name="Text Placeholder 11"/>
          <p:cNvSpPr>
            <a:spLocks noGrp="1"/>
          </p:cNvSpPr>
          <p:nvPr>
            <p:ph type="body" sz="quarter" idx="16"/>
          </p:nvPr>
        </p:nvSpPr>
        <p:spPr>
          <a:xfrm>
            <a:off x="363682" y="2816412"/>
            <a:ext cx="1974273" cy="2719294"/>
          </a:xfrm>
        </p:spPr>
        <p:txBody>
          <a:bodyPr/>
          <a:lstStyle>
            <a:lvl1pPr>
              <a:defRPr sz="1900" b="1" i="1" baseline="0">
                <a:solidFill>
                  <a:schemeClr val="tx2"/>
                </a:solidFill>
              </a:defRPr>
            </a:lvl1pPr>
          </a:lstStyle>
          <a:p>
            <a:pPr lvl="0"/>
            <a:r>
              <a:rPr lang="en-GB" noProof="1"/>
              <a:t>Click to edit Master text styles</a:t>
            </a:r>
          </a:p>
        </p:txBody>
      </p:sp>
      <p:cxnSp>
        <p:nvCxnSpPr>
          <p:cNvPr id="30" name="Shape 29"/>
          <p:cNvCxnSpPr/>
          <p:nvPr/>
        </p:nvCxnSpPr>
        <p:spPr>
          <a:xfrm rot="5400000" flipH="1" flipV="1">
            <a:off x="4307110" y="-609506"/>
            <a:ext cx="220132" cy="4158442"/>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p>
        </p:txBody>
      </p:sp>
      <p:sp>
        <p:nvSpPr>
          <p:cNvPr id="15"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t>July 2013</a:t>
            </a:r>
            <a:endParaRPr lang="en-GB" dirty="0"/>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Title with Footers">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4"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p>
        </p:txBody>
      </p:sp>
      <p:sp>
        <p:nvSpPr>
          <p:cNvPr id="10"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1"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t>July 2013</a:t>
            </a:r>
            <a:endParaRPr lang="en-GB" dirty="0"/>
          </a:p>
        </p:txBody>
      </p:sp>
      <p:sp>
        <p:nvSpPr>
          <p:cNvPr id="12"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Title Only">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4"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One">
    <p:spTree>
      <p:nvGrpSpPr>
        <p:cNvPr id="1" name=""/>
        <p:cNvGrpSpPr/>
        <p:nvPr/>
      </p:nvGrpSpPr>
      <p:grpSpPr>
        <a:xfrm>
          <a:off x="0" y="0"/>
          <a:ext cx="0" cy="0"/>
          <a:chOff x="0" y="0"/>
          <a:chExt cx="0" cy="0"/>
        </a:xfrm>
      </p:grpSpPr>
      <p:sp>
        <p:nvSpPr>
          <p:cNvPr id="16"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Content Placeholder 18"/>
          <p:cNvSpPr>
            <a:spLocks noGrp="1"/>
          </p:cNvSpPr>
          <p:nvPr>
            <p:ph sz="quarter" idx="10"/>
          </p:nvPr>
        </p:nvSpPr>
        <p:spPr>
          <a:xfrm>
            <a:off x="363682" y="2816414"/>
            <a:ext cx="6130637" cy="5632823"/>
          </a:xfrm>
        </p:spPr>
        <p:txBody>
          <a:bodyPr/>
          <a:lstStyle>
            <a:lvl5pPr>
              <a:defRPr/>
            </a:lvl5pPr>
            <a:lvl6pPr>
              <a:defRPr/>
            </a:lvl6pPr>
            <a:lvl7pPr>
              <a:defRPr/>
            </a:lvl7pPr>
            <a:lvl8pPr>
              <a:defRPr/>
            </a:lvl8pPr>
            <a:lvl9pPr>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cxnSp>
        <p:nvCxnSpPr>
          <p:cNvPr id="25"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p>
        </p:txBody>
      </p:sp>
      <p:sp>
        <p:nvSpPr>
          <p:cNvPr id="10"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2"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t>July 2013</a:t>
            </a:r>
            <a:endParaRPr lang="en-GB" dirty="0"/>
          </a:p>
        </p:txBody>
      </p:sp>
      <p:sp>
        <p:nvSpPr>
          <p:cNvPr id="9"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mpty with Footers">
    <p:spTree>
      <p:nvGrpSpPr>
        <p:cNvPr id="1" name=""/>
        <p:cNvGrpSpPr/>
        <p:nvPr/>
      </p:nvGrpSpPr>
      <p:grpSpPr>
        <a:xfrm>
          <a:off x="0" y="0"/>
          <a:ext cx="0" cy="0"/>
          <a:chOff x="0" y="0"/>
          <a:chExt cx="0" cy="0"/>
        </a:xfrm>
      </p:grpSpPr>
      <p:sp>
        <p:nvSpPr>
          <p:cNvPr id="10"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p>
        </p:txBody>
      </p:sp>
      <p:sp>
        <p:nvSpPr>
          <p:cNvPr id="7"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1"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t>July 2013</a:t>
            </a:r>
            <a:endParaRPr lang="en-GB" dirty="0"/>
          </a:p>
        </p:txBody>
      </p:sp>
      <p:sp>
        <p:nvSpPr>
          <p:cNvPr id="8"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Key point">
    <p:bg>
      <p:bgPr>
        <a:solidFill>
          <a:schemeClr val="bg1"/>
        </a:solidFill>
        <a:effectLst/>
      </p:bgPr>
    </p:bg>
    <p:spTree>
      <p:nvGrpSpPr>
        <p:cNvPr id="1" name=""/>
        <p:cNvGrpSpPr/>
        <p:nvPr/>
      </p:nvGrpSpPr>
      <p:grpSpPr>
        <a:xfrm>
          <a:off x="0" y="0"/>
          <a:ext cx="0" cy="0"/>
          <a:chOff x="0" y="0"/>
          <a:chExt cx="0" cy="0"/>
        </a:xfrm>
      </p:grpSpPr>
      <p:sp>
        <p:nvSpPr>
          <p:cNvPr id="15" name="Content Placeholder 26"/>
          <p:cNvSpPr>
            <a:spLocks noGrp="1"/>
          </p:cNvSpPr>
          <p:nvPr>
            <p:ph sz="quarter" idx="15"/>
          </p:nvPr>
        </p:nvSpPr>
        <p:spPr>
          <a:xfrm>
            <a:off x="363682" y="2816414"/>
            <a:ext cx="6130637" cy="5632823"/>
          </a:xfrm>
        </p:spPr>
        <p:txBody>
          <a:bodyPr/>
          <a:lstStyle>
            <a:lvl1pPr>
              <a:defRPr sz="3000" baseline="0">
                <a:solidFill>
                  <a:schemeClr val="tx2"/>
                </a:solidFill>
              </a:defRPr>
            </a:lvl1pPr>
            <a:lvl2pPr>
              <a:buClr>
                <a:schemeClr val="tx2"/>
              </a:buClr>
              <a:defRPr sz="3000">
                <a:solidFill>
                  <a:schemeClr val="tx2"/>
                </a:solidFill>
              </a:defRPr>
            </a:lvl2pPr>
            <a:lvl3pPr>
              <a:buClr>
                <a:schemeClr val="tx2"/>
              </a:buClr>
              <a:defRPr sz="3000">
                <a:solidFill>
                  <a:schemeClr val="tx2"/>
                </a:solidFill>
              </a:defRPr>
            </a:lvl3pPr>
            <a:lvl4pPr>
              <a:buClr>
                <a:schemeClr val="tx2"/>
              </a:buClr>
              <a:defRPr sz="3000">
                <a:solidFill>
                  <a:schemeClr val="tx2"/>
                </a:solidFill>
              </a:defRPr>
            </a:lvl4pPr>
            <a:lvl5pPr>
              <a:buClr>
                <a:schemeClr val="tx2"/>
              </a:buClr>
              <a:defRPr sz="3000">
                <a:solidFill>
                  <a:schemeClr val="tx2"/>
                </a:solidFill>
              </a:defRPr>
            </a:lvl5pPr>
            <a:lvl6pPr>
              <a:buClr>
                <a:schemeClr val="tx2"/>
              </a:buClr>
              <a:defRPr sz="3400" baseline="0">
                <a:solidFill>
                  <a:schemeClr val="tx2"/>
                </a:solidFill>
              </a:defRPr>
            </a:lvl6pPr>
            <a:lvl7pPr>
              <a:buClr>
                <a:schemeClr val="tx2"/>
              </a:buClr>
              <a:buAutoNum type="alphaLcPeriod"/>
              <a:defRPr sz="3400" baseline="0">
                <a:solidFill>
                  <a:schemeClr val="tx2"/>
                </a:solidFill>
              </a:defRPr>
            </a:lvl7pPr>
            <a:lvl8pPr>
              <a:buClr>
                <a:schemeClr val="tx2"/>
              </a:buClr>
              <a:buNone/>
              <a:defRPr sz="3400">
                <a:solidFill>
                  <a:schemeClr val="tx2"/>
                </a:solidFill>
              </a:defRPr>
            </a:lvl8pPr>
            <a:lvl9pPr>
              <a:defRPr sz="3400"/>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16"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7"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p>
        </p:txBody>
      </p:sp>
      <p:sp>
        <p:nvSpPr>
          <p:cNvPr id="9"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0"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t>July 2013</a:t>
            </a:r>
            <a:endParaRPr lang="en-GB" dirty="0"/>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Tree>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Key point Colour">
    <p:bg>
      <p:bgPr>
        <a:solidFill>
          <a:schemeClr val="tx2"/>
        </a:solidFill>
        <a:effectLst/>
      </p:bgPr>
    </p:bg>
    <p:spTree>
      <p:nvGrpSpPr>
        <p:cNvPr id="1" name=""/>
        <p:cNvGrpSpPr/>
        <p:nvPr/>
      </p:nvGrpSpPr>
      <p:grpSpPr>
        <a:xfrm>
          <a:off x="0" y="0"/>
          <a:ext cx="0" cy="0"/>
          <a:chOff x="0" y="0"/>
          <a:chExt cx="0" cy="0"/>
        </a:xfrm>
      </p:grpSpPr>
      <p:sp>
        <p:nvSpPr>
          <p:cNvPr id="15" name="Content Placeholder 26"/>
          <p:cNvSpPr>
            <a:spLocks noGrp="1"/>
          </p:cNvSpPr>
          <p:nvPr>
            <p:ph sz="quarter" idx="15"/>
          </p:nvPr>
        </p:nvSpPr>
        <p:spPr>
          <a:xfrm>
            <a:off x="363682" y="2816414"/>
            <a:ext cx="6130637" cy="5632823"/>
          </a:xfrm>
        </p:spPr>
        <p:txBody>
          <a:bodyPr/>
          <a:lstStyle>
            <a:lvl1pPr>
              <a:defRPr sz="3000" baseline="0">
                <a:solidFill>
                  <a:schemeClr val="bg1"/>
                </a:solidFill>
              </a:defRPr>
            </a:lvl1pPr>
            <a:lvl2pPr>
              <a:buClr>
                <a:schemeClr val="bg1"/>
              </a:buClr>
              <a:defRPr sz="3000">
                <a:solidFill>
                  <a:schemeClr val="bg1"/>
                </a:solidFill>
              </a:defRPr>
            </a:lvl2pPr>
            <a:lvl3pPr>
              <a:buClr>
                <a:schemeClr val="tx2"/>
              </a:buClr>
              <a:defRPr sz="3000">
                <a:solidFill>
                  <a:schemeClr val="bg1"/>
                </a:solidFill>
              </a:defRPr>
            </a:lvl3pPr>
            <a:lvl4pPr>
              <a:buClr>
                <a:schemeClr val="bg1"/>
              </a:buClr>
              <a:defRPr sz="3000">
                <a:solidFill>
                  <a:schemeClr val="bg1"/>
                </a:solidFill>
              </a:defRPr>
            </a:lvl4pPr>
            <a:lvl5pPr>
              <a:buClr>
                <a:schemeClr val="bg1"/>
              </a:buClr>
              <a:defRPr sz="3000">
                <a:solidFill>
                  <a:schemeClr val="bg1"/>
                </a:solidFill>
              </a:defRPr>
            </a:lvl5pPr>
            <a:lvl6pPr>
              <a:buClr>
                <a:schemeClr val="bg1"/>
              </a:buClr>
              <a:defRPr sz="3000" baseline="0">
                <a:solidFill>
                  <a:schemeClr val="bg1"/>
                </a:solidFill>
              </a:defRPr>
            </a:lvl6pPr>
            <a:lvl7pPr>
              <a:buClr>
                <a:schemeClr val="bg1"/>
              </a:buClr>
              <a:buAutoNum type="alphaLcPeriod"/>
              <a:defRPr sz="3000" baseline="0">
                <a:solidFill>
                  <a:schemeClr val="bg1"/>
                </a:solidFill>
              </a:defRPr>
            </a:lvl7pPr>
            <a:lvl8pPr marL="644645" indent="-214882">
              <a:buClr>
                <a:schemeClr val="bg1"/>
              </a:buClr>
              <a:buFont typeface="+mj-lt"/>
              <a:buAutoNum type="romanLcPeriod"/>
              <a:defRPr sz="3000">
                <a:solidFill>
                  <a:schemeClr val="bg1"/>
                </a:solidFill>
              </a:defRPr>
            </a:lvl8pPr>
            <a:lvl9pPr>
              <a:defRPr sz="3000">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16"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lvl1pPr>
              <a:defRPr>
                <a:solidFill>
                  <a:schemeClr val="bg1"/>
                </a:solidFill>
              </a:defRPr>
            </a:lvl1pPr>
          </a:lstStyle>
          <a:p>
            <a:r>
              <a:rPr lang="en-GB" noProof="0"/>
              <a:t>Click to edit Master title style</a:t>
            </a:r>
            <a:endParaRPr lang="en-GB" noProof="0" dirty="0"/>
          </a:p>
        </p:txBody>
      </p:sp>
      <p:cxnSp>
        <p:nvCxnSpPr>
          <p:cNvPr id="17" name="Shape 24"/>
          <p:cNvCxnSpPr/>
          <p:nvPr/>
        </p:nvCxnSpPr>
        <p:spPr>
          <a:xfrm flipV="1">
            <a:off x="259774"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endParaRPr lang="en-GB"/>
          </a:p>
        </p:txBody>
      </p:sp>
      <p:sp>
        <p:nvSpPr>
          <p:cNvPr id="9"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pPr/>
              <a:t>‹#›</a:t>
            </a:fld>
            <a:endParaRPr lang="en-GB"/>
          </a:p>
        </p:txBody>
      </p:sp>
      <p:sp>
        <p:nvSpPr>
          <p:cNvPr id="10"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t>July 2013</a:t>
            </a:r>
            <a:endParaRPr lang="en-GB" dirty="0"/>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noProof="0" dirty="0">
                <a:solidFill>
                  <a:schemeClr val="bg1"/>
                </a:solidFill>
                <a:latin typeface="Arial" pitchFamily="34" charset="0"/>
                <a:cs typeface="Arial" pitchFamily="34" charset="0"/>
              </a:rPr>
              <a:t>PwC</a:t>
            </a:r>
          </a:p>
        </p:txBody>
      </p:sp>
    </p:spTree>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363682" y="1651001"/>
            <a:ext cx="6130637" cy="582706"/>
          </a:xfrm>
        </p:spPr>
        <p:txBody>
          <a:bodyPr anchor="t" anchorCtr="0">
            <a:noAutofit/>
          </a:bodyPr>
          <a:lstStyle>
            <a:lvl1pPr>
              <a:lnSpc>
                <a:spcPct val="90000"/>
              </a:lnSpc>
              <a:defRPr sz="3000">
                <a:solidFill>
                  <a:schemeClr val="tx1"/>
                </a:solidFill>
              </a:defRPr>
            </a:lvl1pPr>
          </a:lstStyle>
          <a:p>
            <a:r>
              <a:rPr lang="en-GB" noProof="0"/>
              <a:t>Click to edit Master title style</a:t>
            </a:r>
            <a:endParaRPr lang="en-GB" noProof="0" dirty="0"/>
          </a:p>
        </p:txBody>
      </p:sp>
      <p:sp>
        <p:nvSpPr>
          <p:cNvPr id="58" name="Subtitle 2"/>
          <p:cNvSpPr>
            <a:spLocks noGrp="1"/>
          </p:cNvSpPr>
          <p:nvPr>
            <p:ph type="subTitle" idx="1"/>
          </p:nvPr>
        </p:nvSpPr>
        <p:spPr bwMode="black">
          <a:xfrm>
            <a:off x="363682" y="2233706"/>
            <a:ext cx="6130637" cy="582706"/>
          </a:xfrm>
        </p:spPr>
        <p:txBody>
          <a:bodyPr>
            <a:noAutofit/>
          </a:bodyPr>
          <a:lstStyle>
            <a:lvl1pPr marL="0" indent="0" algn="l">
              <a:lnSpc>
                <a:spcPct val="90000"/>
              </a:lnSpc>
              <a:buNone/>
              <a:defRPr sz="3000">
                <a:solidFill>
                  <a:schemeClr val="tx1"/>
                </a:solidFill>
              </a:defRPr>
            </a:lvl1pPr>
            <a:lvl2pPr marL="478842" indent="0" algn="ctr">
              <a:buNone/>
              <a:defRPr>
                <a:solidFill>
                  <a:schemeClr val="tx1">
                    <a:tint val="75000"/>
                  </a:schemeClr>
                </a:solidFill>
              </a:defRPr>
            </a:lvl2pPr>
            <a:lvl3pPr marL="957685" indent="0" algn="ctr">
              <a:buNone/>
              <a:defRPr>
                <a:solidFill>
                  <a:schemeClr val="tx1">
                    <a:tint val="75000"/>
                  </a:schemeClr>
                </a:solidFill>
              </a:defRPr>
            </a:lvl3pPr>
            <a:lvl4pPr marL="1436527" indent="0" algn="ctr">
              <a:buNone/>
              <a:defRPr>
                <a:solidFill>
                  <a:schemeClr val="tx1">
                    <a:tint val="75000"/>
                  </a:schemeClr>
                </a:solidFill>
              </a:defRPr>
            </a:lvl4pPr>
            <a:lvl5pPr marL="1915370" indent="0" algn="ctr">
              <a:buNone/>
              <a:defRPr>
                <a:solidFill>
                  <a:schemeClr val="tx1">
                    <a:tint val="75000"/>
                  </a:schemeClr>
                </a:solidFill>
              </a:defRPr>
            </a:lvl5pPr>
            <a:lvl6pPr marL="2394213" indent="0" algn="ctr">
              <a:buNone/>
              <a:defRPr>
                <a:solidFill>
                  <a:schemeClr val="tx1">
                    <a:tint val="75000"/>
                  </a:schemeClr>
                </a:solidFill>
              </a:defRPr>
            </a:lvl6pPr>
            <a:lvl7pPr marL="2873055" indent="0" algn="ctr">
              <a:buNone/>
              <a:defRPr>
                <a:solidFill>
                  <a:schemeClr val="tx1">
                    <a:tint val="75000"/>
                  </a:schemeClr>
                </a:solidFill>
              </a:defRPr>
            </a:lvl7pPr>
            <a:lvl8pPr marL="3351897" indent="0" algn="ctr">
              <a:buNone/>
              <a:defRPr>
                <a:solidFill>
                  <a:schemeClr val="tx1">
                    <a:tint val="75000"/>
                  </a:schemeClr>
                </a:solidFill>
              </a:defRPr>
            </a:lvl8pPr>
            <a:lvl9pPr marL="3830739" indent="0" algn="ctr">
              <a:buNone/>
              <a:defRPr>
                <a:solidFill>
                  <a:schemeClr val="tx1">
                    <a:tint val="75000"/>
                  </a:schemeClr>
                </a:solidFill>
              </a:defRPr>
            </a:lvl9pPr>
          </a:lstStyle>
          <a:p>
            <a:r>
              <a:rPr lang="en-GB" noProof="0"/>
              <a:t>Click to edit Master subtitle style</a:t>
            </a:r>
            <a:endParaRPr lang="en-GB" noProof="0" dirty="0"/>
          </a:p>
        </p:txBody>
      </p:sp>
      <p:cxnSp>
        <p:nvCxnSpPr>
          <p:cNvPr id="9"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dirty="0"/>
          </a:p>
        </p:txBody>
      </p:sp>
      <p:sp>
        <p:nvSpPr>
          <p:cNvPr id="11"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2"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t>July 2013</a:t>
            </a:r>
            <a:endParaRPr lang="en-GB" dirty="0"/>
          </a:p>
        </p:txBody>
      </p:sp>
      <p:sp>
        <p:nvSpPr>
          <p:cNvPr id="13"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Tree>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Divider: Colour">
    <p:bg>
      <p:bgPr>
        <a:solidFill>
          <a:schemeClr val="tx2"/>
        </a:solidFill>
        <a:effectLst/>
      </p:bgPr>
    </p:bg>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363682" y="1651001"/>
            <a:ext cx="6130637" cy="582706"/>
          </a:xfrm>
        </p:spPr>
        <p:txBody>
          <a:bodyPr anchor="t" anchorCtr="0">
            <a:noAutofit/>
          </a:bodyPr>
          <a:lstStyle>
            <a:lvl1pPr>
              <a:lnSpc>
                <a:spcPct val="90000"/>
              </a:lnSpc>
              <a:defRPr sz="3000">
                <a:solidFill>
                  <a:schemeClr val="bg1"/>
                </a:solidFill>
                <a:latin typeface="+mj-lt"/>
              </a:defRPr>
            </a:lvl1pPr>
          </a:lstStyle>
          <a:p>
            <a:r>
              <a:rPr lang="en-GB" noProof="0"/>
              <a:t>Click to edit Master title style</a:t>
            </a:r>
            <a:endParaRPr lang="en-GB" noProof="0" dirty="0"/>
          </a:p>
        </p:txBody>
      </p:sp>
      <p:sp>
        <p:nvSpPr>
          <p:cNvPr id="58" name="Subtitle 2"/>
          <p:cNvSpPr>
            <a:spLocks noGrp="1"/>
          </p:cNvSpPr>
          <p:nvPr>
            <p:ph type="subTitle" idx="1"/>
          </p:nvPr>
        </p:nvSpPr>
        <p:spPr bwMode="black">
          <a:xfrm>
            <a:off x="363682" y="2233706"/>
            <a:ext cx="6130637" cy="582706"/>
          </a:xfrm>
        </p:spPr>
        <p:txBody>
          <a:bodyPr>
            <a:noAutofit/>
          </a:bodyPr>
          <a:lstStyle>
            <a:lvl1pPr marL="0" indent="0" algn="l">
              <a:lnSpc>
                <a:spcPct val="90000"/>
              </a:lnSpc>
              <a:buNone/>
              <a:defRPr sz="3000">
                <a:solidFill>
                  <a:schemeClr val="bg1"/>
                </a:solidFill>
                <a:latin typeface="+mj-lt"/>
              </a:defRPr>
            </a:lvl1pPr>
            <a:lvl2pPr marL="478842" indent="0" algn="ctr">
              <a:buNone/>
              <a:defRPr>
                <a:solidFill>
                  <a:schemeClr val="tx1">
                    <a:tint val="75000"/>
                  </a:schemeClr>
                </a:solidFill>
              </a:defRPr>
            </a:lvl2pPr>
            <a:lvl3pPr marL="957685" indent="0" algn="ctr">
              <a:buNone/>
              <a:defRPr>
                <a:solidFill>
                  <a:schemeClr val="tx1">
                    <a:tint val="75000"/>
                  </a:schemeClr>
                </a:solidFill>
              </a:defRPr>
            </a:lvl3pPr>
            <a:lvl4pPr marL="1436527" indent="0" algn="ctr">
              <a:buNone/>
              <a:defRPr>
                <a:solidFill>
                  <a:schemeClr val="tx1">
                    <a:tint val="75000"/>
                  </a:schemeClr>
                </a:solidFill>
              </a:defRPr>
            </a:lvl4pPr>
            <a:lvl5pPr marL="1915370" indent="0" algn="ctr">
              <a:buNone/>
              <a:defRPr>
                <a:solidFill>
                  <a:schemeClr val="tx1">
                    <a:tint val="75000"/>
                  </a:schemeClr>
                </a:solidFill>
              </a:defRPr>
            </a:lvl5pPr>
            <a:lvl6pPr marL="2394213" indent="0" algn="ctr">
              <a:buNone/>
              <a:defRPr>
                <a:solidFill>
                  <a:schemeClr val="tx1">
                    <a:tint val="75000"/>
                  </a:schemeClr>
                </a:solidFill>
              </a:defRPr>
            </a:lvl6pPr>
            <a:lvl7pPr marL="2873055" indent="0" algn="ctr">
              <a:buNone/>
              <a:defRPr>
                <a:solidFill>
                  <a:schemeClr val="tx1">
                    <a:tint val="75000"/>
                  </a:schemeClr>
                </a:solidFill>
              </a:defRPr>
            </a:lvl7pPr>
            <a:lvl8pPr marL="3351897" indent="0" algn="ctr">
              <a:buNone/>
              <a:defRPr>
                <a:solidFill>
                  <a:schemeClr val="tx1">
                    <a:tint val="75000"/>
                  </a:schemeClr>
                </a:solidFill>
              </a:defRPr>
            </a:lvl8pPr>
            <a:lvl9pPr marL="3830739" indent="0" algn="ctr">
              <a:buNone/>
              <a:defRPr>
                <a:solidFill>
                  <a:schemeClr val="tx1">
                    <a:tint val="75000"/>
                  </a:schemeClr>
                </a:solidFill>
              </a:defRPr>
            </a:lvl9pPr>
          </a:lstStyle>
          <a:p>
            <a:r>
              <a:rPr lang="en-GB" noProof="0"/>
              <a:t>Click to edit Master subtitle style</a:t>
            </a:r>
            <a:endParaRPr lang="en-GB" noProof="0" dirty="0"/>
          </a:p>
        </p:txBody>
      </p:sp>
      <p:cxnSp>
        <p:nvCxnSpPr>
          <p:cNvPr id="9" name="Shape 24"/>
          <p:cNvCxnSpPr/>
          <p:nvPr/>
        </p:nvCxnSpPr>
        <p:spPr>
          <a:xfrm flipV="1">
            <a:off x="259774"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endParaRPr lang="en-GB"/>
          </a:p>
        </p:txBody>
      </p:sp>
      <p:sp>
        <p:nvSpPr>
          <p:cNvPr id="16"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pPr/>
              <a:t>‹#›</a:t>
            </a:fld>
            <a:endParaRPr lang="en-GB"/>
          </a:p>
        </p:txBody>
      </p:sp>
      <p:sp>
        <p:nvSpPr>
          <p:cNvPr id="17"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t>July 2013</a:t>
            </a:r>
            <a:endParaRPr lang="en-GB" dirty="0"/>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noProof="0" dirty="0">
                <a:solidFill>
                  <a:schemeClr val="bg1"/>
                </a:solidFill>
                <a:latin typeface="Arial" pitchFamily="34" charset="0"/>
                <a:cs typeface="Arial" pitchFamily="34" charset="0"/>
              </a:rPr>
              <a:t>PwC</a:t>
            </a:r>
          </a:p>
        </p:txBody>
      </p:sp>
    </p:spTree>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Divider: Colour with Content">
    <p:bg>
      <p:bgPr>
        <a:solidFill>
          <a:schemeClr val="tx2"/>
        </a:solidFill>
        <a:effectLst/>
      </p:bgPr>
    </p:bg>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363682" y="1651001"/>
            <a:ext cx="6130637" cy="582706"/>
          </a:xfrm>
        </p:spPr>
        <p:txBody>
          <a:bodyPr anchor="t" anchorCtr="0">
            <a:noAutofit/>
          </a:bodyPr>
          <a:lstStyle>
            <a:lvl1pPr>
              <a:lnSpc>
                <a:spcPct val="90000"/>
              </a:lnSpc>
              <a:defRPr sz="3000">
                <a:solidFill>
                  <a:schemeClr val="bg1"/>
                </a:solidFill>
                <a:latin typeface="+mj-lt"/>
              </a:defRPr>
            </a:lvl1pPr>
          </a:lstStyle>
          <a:p>
            <a:r>
              <a:rPr lang="en-GB" noProof="0"/>
              <a:t>Click to edit Master title style</a:t>
            </a:r>
            <a:endParaRPr lang="en-GB" noProof="0" dirty="0"/>
          </a:p>
        </p:txBody>
      </p:sp>
      <p:sp>
        <p:nvSpPr>
          <p:cNvPr id="58" name="Subtitle 2"/>
          <p:cNvSpPr>
            <a:spLocks noGrp="1"/>
          </p:cNvSpPr>
          <p:nvPr>
            <p:ph type="subTitle" idx="1"/>
          </p:nvPr>
        </p:nvSpPr>
        <p:spPr bwMode="black">
          <a:xfrm>
            <a:off x="363682" y="2233706"/>
            <a:ext cx="6130637" cy="582706"/>
          </a:xfrm>
        </p:spPr>
        <p:txBody>
          <a:bodyPr>
            <a:noAutofit/>
          </a:bodyPr>
          <a:lstStyle>
            <a:lvl1pPr marL="0" indent="0" algn="l">
              <a:lnSpc>
                <a:spcPct val="90000"/>
              </a:lnSpc>
              <a:buNone/>
              <a:defRPr sz="3000">
                <a:solidFill>
                  <a:schemeClr val="bg1"/>
                </a:solidFill>
                <a:latin typeface="+mj-lt"/>
              </a:defRPr>
            </a:lvl1pPr>
            <a:lvl2pPr marL="478842" indent="0" algn="ctr">
              <a:buNone/>
              <a:defRPr>
                <a:solidFill>
                  <a:schemeClr val="tx1">
                    <a:tint val="75000"/>
                  </a:schemeClr>
                </a:solidFill>
              </a:defRPr>
            </a:lvl2pPr>
            <a:lvl3pPr marL="957685" indent="0" algn="ctr">
              <a:buNone/>
              <a:defRPr>
                <a:solidFill>
                  <a:schemeClr val="tx1">
                    <a:tint val="75000"/>
                  </a:schemeClr>
                </a:solidFill>
              </a:defRPr>
            </a:lvl3pPr>
            <a:lvl4pPr marL="1436527" indent="0" algn="ctr">
              <a:buNone/>
              <a:defRPr>
                <a:solidFill>
                  <a:schemeClr val="tx1">
                    <a:tint val="75000"/>
                  </a:schemeClr>
                </a:solidFill>
              </a:defRPr>
            </a:lvl4pPr>
            <a:lvl5pPr marL="1915370" indent="0" algn="ctr">
              <a:buNone/>
              <a:defRPr>
                <a:solidFill>
                  <a:schemeClr val="tx1">
                    <a:tint val="75000"/>
                  </a:schemeClr>
                </a:solidFill>
              </a:defRPr>
            </a:lvl5pPr>
            <a:lvl6pPr marL="2394213" indent="0" algn="ctr">
              <a:buNone/>
              <a:defRPr>
                <a:solidFill>
                  <a:schemeClr val="tx1">
                    <a:tint val="75000"/>
                  </a:schemeClr>
                </a:solidFill>
              </a:defRPr>
            </a:lvl6pPr>
            <a:lvl7pPr marL="2873055" indent="0" algn="ctr">
              <a:buNone/>
              <a:defRPr>
                <a:solidFill>
                  <a:schemeClr val="tx1">
                    <a:tint val="75000"/>
                  </a:schemeClr>
                </a:solidFill>
              </a:defRPr>
            </a:lvl7pPr>
            <a:lvl8pPr marL="3351897" indent="0" algn="ctr">
              <a:buNone/>
              <a:defRPr>
                <a:solidFill>
                  <a:schemeClr val="tx1">
                    <a:tint val="75000"/>
                  </a:schemeClr>
                </a:solidFill>
              </a:defRPr>
            </a:lvl8pPr>
            <a:lvl9pPr marL="3830739" indent="0" algn="ctr">
              <a:buNone/>
              <a:defRPr>
                <a:solidFill>
                  <a:schemeClr val="tx1">
                    <a:tint val="75000"/>
                  </a:schemeClr>
                </a:solidFill>
              </a:defRPr>
            </a:lvl9pPr>
          </a:lstStyle>
          <a:p>
            <a:r>
              <a:rPr lang="en-GB" noProof="0"/>
              <a:t>Click to edit Master subtitle style</a:t>
            </a:r>
            <a:endParaRPr lang="en-GB" noProof="0" dirty="0"/>
          </a:p>
        </p:txBody>
      </p:sp>
      <p:cxnSp>
        <p:nvCxnSpPr>
          <p:cNvPr id="9" name="Shape 24"/>
          <p:cNvCxnSpPr/>
          <p:nvPr/>
        </p:nvCxnSpPr>
        <p:spPr>
          <a:xfrm flipV="1">
            <a:off x="259774"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endParaRPr lang="en-GB"/>
          </a:p>
        </p:txBody>
      </p:sp>
      <p:sp>
        <p:nvSpPr>
          <p:cNvPr id="11" name="Content Placeholder 19"/>
          <p:cNvSpPr>
            <a:spLocks noGrp="1"/>
          </p:cNvSpPr>
          <p:nvPr>
            <p:ph sz="quarter" idx="13"/>
          </p:nvPr>
        </p:nvSpPr>
        <p:spPr>
          <a:xfrm>
            <a:off x="363684" y="3787590"/>
            <a:ext cx="3013364" cy="4661647"/>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pPr/>
              <a:t>‹#›</a:t>
            </a:fld>
            <a:endParaRPr lang="en-GB"/>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t>July 2013</a:t>
            </a:r>
            <a:endParaRPr lang="en-GB" dirty="0"/>
          </a:p>
        </p:txBody>
      </p:sp>
      <p:sp>
        <p:nvSpPr>
          <p:cNvPr id="13"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noProof="0" dirty="0">
                <a:solidFill>
                  <a:schemeClr val="bg1"/>
                </a:solidFill>
                <a:latin typeface="Arial" pitchFamily="34" charset="0"/>
                <a:cs typeface="Arial" pitchFamily="34" charset="0"/>
              </a:rPr>
              <a:t>PwC</a:t>
            </a:r>
          </a:p>
        </p:txBody>
      </p:sp>
    </p:spTree>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Explanatory notice">
    <p:spTree>
      <p:nvGrpSpPr>
        <p:cNvPr id="1" name=""/>
        <p:cNvGrpSpPr/>
        <p:nvPr/>
      </p:nvGrpSpPr>
      <p:grpSpPr>
        <a:xfrm>
          <a:off x="0" y="0"/>
          <a:ext cx="0" cy="0"/>
          <a:chOff x="0" y="0"/>
          <a:chExt cx="0" cy="0"/>
        </a:xfrm>
      </p:grpSpPr>
      <p:sp>
        <p:nvSpPr>
          <p:cNvPr id="28" name="Content Placeholder 26"/>
          <p:cNvSpPr>
            <a:spLocks noGrp="1"/>
          </p:cNvSpPr>
          <p:nvPr>
            <p:ph sz="quarter" idx="14"/>
          </p:nvPr>
        </p:nvSpPr>
        <p:spPr>
          <a:xfrm>
            <a:off x="363684" y="2622550"/>
            <a:ext cx="5195742" cy="644525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10" name="Title Placeholder 1"/>
          <p:cNvSpPr>
            <a:spLocks noGrp="1"/>
          </p:cNvSpPr>
          <p:nvPr>
            <p:ph type="title"/>
          </p:nvPr>
        </p:nvSpPr>
        <p:spPr>
          <a:xfrm>
            <a:off x="363682" y="1459192"/>
            <a:ext cx="6130637" cy="293408"/>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2" name="Shape 24"/>
          <p:cNvCxnSpPr/>
          <p:nvPr/>
        </p:nvCxnSpPr>
        <p:spPr>
          <a:xfrm flipV="1">
            <a:off x="285000" y="1362074"/>
            <a:ext cx="6192000" cy="221427"/>
          </a:xfrm>
          <a:prstGeom prst="bentConnector3">
            <a:avLst>
              <a:gd name="adj1" fmla="val 0"/>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Slide Number Placeholder 5"/>
          <p:cNvSpPr>
            <a:spLocks noGrp="1"/>
          </p:cNvSpPr>
          <p:nvPr>
            <p:ph type="sldNum" sz="quarter" idx="4"/>
          </p:nvPr>
        </p:nvSpPr>
        <p:spPr>
          <a:xfrm>
            <a:off x="5351318" y="9296400"/>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15" name="PwCFirm"/>
          <p:cNvSpPr txBox="1"/>
          <p:nvPr userDrawn="1"/>
        </p:nvSpPr>
        <p:spPr>
          <a:xfrm>
            <a:off x="363683" y="9296400"/>
            <a:ext cx="1974273" cy="194236"/>
          </a:xfrm>
          <a:prstGeom prst="rect">
            <a:avLst/>
          </a:prstGeom>
          <a:noFill/>
        </p:spPr>
        <p:txBody>
          <a:bodyPr vert="horz" wrap="square" lIns="0" tIns="0" rIns="0" bIns="0" rtlCol="0" anchor="t" anchorCtr="0">
            <a:noAutofit/>
          </a:bodyPr>
          <a:lstStyle/>
          <a:p>
            <a:r>
              <a:rPr lang="en-GB" sz="900" noProof="0" dirty="0">
                <a:latin typeface="Arial" pitchFamily="34" charset="0"/>
                <a:cs typeface="Arial" pitchFamily="34" charset="0"/>
              </a:rPr>
              <a:t>PwC</a:t>
            </a:r>
          </a:p>
        </p:txBody>
      </p:sp>
    </p:spTree>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losing Statement">
    <p:spTree>
      <p:nvGrpSpPr>
        <p:cNvPr id="1" name=""/>
        <p:cNvGrpSpPr/>
        <p:nvPr/>
      </p:nvGrpSpPr>
      <p:grpSpPr>
        <a:xfrm>
          <a:off x="0" y="0"/>
          <a:ext cx="0" cy="0"/>
          <a:chOff x="0" y="0"/>
          <a:chExt cx="0" cy="0"/>
        </a:xfrm>
      </p:grpSpPr>
      <p:sp>
        <p:nvSpPr>
          <p:cNvPr id="11" name="Text Placeholder 10"/>
          <p:cNvSpPr>
            <a:spLocks noGrp="1"/>
          </p:cNvSpPr>
          <p:nvPr>
            <p:ph type="body" sz="quarter" idx="10" hasCustomPrompt="1"/>
          </p:nvPr>
        </p:nvSpPr>
        <p:spPr>
          <a:xfrm>
            <a:off x="363682" y="8449237"/>
            <a:ext cx="3117273" cy="971177"/>
          </a:xfrm>
        </p:spPr>
        <p:txBody>
          <a:bodyPr anchor="b"/>
          <a:lstStyle>
            <a:lvl1pPr algn="l">
              <a:defRPr sz="800">
                <a:latin typeface="Arial" pitchFamily="34" charset="0"/>
                <a:cs typeface="Arial" pitchFamily="34" charset="0"/>
              </a:defRPr>
            </a:lvl1pPr>
          </a:lstStyle>
          <a:p>
            <a:pPr lvl="0"/>
            <a:r>
              <a:rPr lang="en-GB" noProof="0"/>
              <a:t>Add legal and copyright disclaimers here.</a:t>
            </a:r>
          </a:p>
        </p:txBody>
      </p:sp>
      <p:sp>
        <p:nvSpPr>
          <p:cNvPr id="5"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6"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ection Divider: Colour with Content">
    <p:bg>
      <p:bgPr>
        <a:solidFill>
          <a:schemeClr val="bg1"/>
        </a:solidFill>
        <a:effectLst/>
      </p:bgPr>
    </p:bg>
    <p:spTree>
      <p:nvGrpSpPr>
        <p:cNvPr id="1" name=""/>
        <p:cNvGrpSpPr/>
        <p:nvPr/>
      </p:nvGrpSpPr>
      <p:grpSpPr>
        <a:xfrm>
          <a:off x="0" y="0"/>
          <a:ext cx="0" cy="0"/>
          <a:chOff x="0" y="0"/>
          <a:chExt cx="0" cy="0"/>
        </a:xfrm>
      </p:grpSpPr>
      <p:cxnSp>
        <p:nvCxnSpPr>
          <p:cNvPr id="9" name="Shape 24"/>
          <p:cNvCxnSpPr/>
          <p:nvPr/>
        </p:nvCxnSpPr>
        <p:spPr>
          <a:xfrm flipV="1">
            <a:off x="259775"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r>
              <a:rPr lang="en-GB"/>
              <a:t>Deriving value from your audit</a:t>
            </a:r>
          </a:p>
        </p:txBody>
      </p:sp>
      <p:sp>
        <p:nvSpPr>
          <p:cNvPr id="11" name="Content Placeholder 19"/>
          <p:cNvSpPr>
            <a:spLocks noGrp="1"/>
          </p:cNvSpPr>
          <p:nvPr>
            <p:ph sz="quarter" idx="13"/>
          </p:nvPr>
        </p:nvSpPr>
        <p:spPr>
          <a:xfrm>
            <a:off x="381000" y="1524000"/>
            <a:ext cx="2995614" cy="3048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2"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pPr/>
              <a:t>‹#›</a:t>
            </a:fld>
            <a:endParaRPr lang="en-GB"/>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t>July 2013</a:t>
            </a:r>
            <a:endParaRPr lang="en-GB" dirty="0"/>
          </a:p>
        </p:txBody>
      </p:sp>
      <p:sp>
        <p:nvSpPr>
          <p:cNvPr id="13" name="PwCFirm"/>
          <p:cNvSpPr txBox="1"/>
          <p:nvPr userDrawn="1"/>
        </p:nvSpPr>
        <p:spPr>
          <a:xfrm>
            <a:off x="363683" y="9226178"/>
            <a:ext cx="1974273" cy="194236"/>
          </a:xfrm>
          <a:prstGeom prst="rect">
            <a:avLst/>
          </a:prstGeom>
          <a:noFill/>
        </p:spPr>
        <p:txBody>
          <a:bodyPr vert="horz" wrap="square" lIns="0" tIns="0" rIns="0" bIns="0" rtlCol="0" anchor="t" anchorCtr="0">
            <a:noAutofit/>
          </a:bodyPr>
          <a:lstStyle/>
          <a:p>
            <a:r>
              <a:rPr lang="en-GB" sz="900" noProof="0" dirty="0">
                <a:solidFill>
                  <a:schemeClr val="bg1"/>
                </a:solidFill>
                <a:latin typeface="Arial" pitchFamily="34" charset="0"/>
                <a:cs typeface="Arial" pitchFamily="34" charset="0"/>
              </a:rPr>
              <a:t>PwC</a:t>
            </a:r>
          </a:p>
        </p:txBody>
      </p:sp>
      <p:cxnSp>
        <p:nvCxnSpPr>
          <p:cNvPr id="8" name="Shape 24"/>
          <p:cNvCxnSpPr/>
          <p:nvPr userDrawn="1"/>
        </p:nvCxnSpPr>
        <p:spPr>
          <a:xfrm flipV="1">
            <a:off x="279600" y="1359648"/>
            <a:ext cx="4212000" cy="221427"/>
          </a:xfrm>
          <a:prstGeom prst="bentConnector3">
            <a:avLst>
              <a:gd name="adj1" fmla="val 0"/>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Content Placeholder 19"/>
          <p:cNvSpPr>
            <a:spLocks noGrp="1"/>
          </p:cNvSpPr>
          <p:nvPr>
            <p:ph sz="quarter" idx="14"/>
          </p:nvPr>
        </p:nvSpPr>
        <p:spPr>
          <a:xfrm>
            <a:off x="3483600" y="1524000"/>
            <a:ext cx="2995614" cy="3048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Section Divider: Colour with Content">
    <p:bg>
      <p:bgPr>
        <a:solidFill>
          <a:schemeClr val="bg1"/>
        </a:solidFill>
        <a:effectLst/>
      </p:bgPr>
    </p:bg>
    <p:spTree>
      <p:nvGrpSpPr>
        <p:cNvPr id="1" name=""/>
        <p:cNvGrpSpPr/>
        <p:nvPr/>
      </p:nvGrpSpPr>
      <p:grpSpPr>
        <a:xfrm>
          <a:off x="0" y="0"/>
          <a:ext cx="0" cy="0"/>
          <a:chOff x="0" y="0"/>
          <a:chExt cx="0" cy="0"/>
        </a:xfrm>
      </p:grpSpPr>
      <p:cxnSp>
        <p:nvCxnSpPr>
          <p:cNvPr id="9" name="Shape 24"/>
          <p:cNvCxnSpPr/>
          <p:nvPr/>
        </p:nvCxnSpPr>
        <p:spPr>
          <a:xfrm flipV="1">
            <a:off x="259775"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r>
              <a:rPr lang="en-GB"/>
              <a:t>Deriving value from your audit</a:t>
            </a:r>
          </a:p>
        </p:txBody>
      </p:sp>
      <p:sp>
        <p:nvSpPr>
          <p:cNvPr id="11" name="Content Placeholder 19"/>
          <p:cNvSpPr>
            <a:spLocks noGrp="1"/>
          </p:cNvSpPr>
          <p:nvPr>
            <p:ph sz="quarter" idx="13"/>
          </p:nvPr>
        </p:nvSpPr>
        <p:spPr>
          <a:xfrm>
            <a:off x="3012931" y="2590800"/>
            <a:ext cx="3013364" cy="3048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pPr/>
              <a:t>‹#›</a:t>
            </a:fld>
            <a:endParaRPr lang="en-GB"/>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t>July 2013</a:t>
            </a:r>
            <a:endParaRPr lang="en-GB" dirty="0"/>
          </a:p>
        </p:txBody>
      </p:sp>
      <p:sp>
        <p:nvSpPr>
          <p:cNvPr id="13" name="PwCFirm"/>
          <p:cNvSpPr txBox="1"/>
          <p:nvPr userDrawn="1"/>
        </p:nvSpPr>
        <p:spPr>
          <a:xfrm>
            <a:off x="363683" y="9226178"/>
            <a:ext cx="1974273" cy="194236"/>
          </a:xfrm>
          <a:prstGeom prst="rect">
            <a:avLst/>
          </a:prstGeom>
          <a:noFill/>
        </p:spPr>
        <p:txBody>
          <a:bodyPr vert="horz" wrap="square" lIns="0" tIns="0" rIns="0" bIns="0" rtlCol="0" anchor="t" anchorCtr="0">
            <a:noAutofit/>
          </a:bodyPr>
          <a:lstStyle/>
          <a:p>
            <a:r>
              <a:rPr lang="en-GB" sz="900" noProof="0" dirty="0">
                <a:solidFill>
                  <a:schemeClr val="bg1"/>
                </a:solidFill>
                <a:latin typeface="Arial" pitchFamily="34" charset="0"/>
                <a:cs typeface="Arial" pitchFamily="34" charset="0"/>
              </a:rPr>
              <a:t>PwC</a:t>
            </a:r>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ver Slide: Colour">
    <p:spTree>
      <p:nvGrpSpPr>
        <p:cNvPr id="1" name=""/>
        <p:cNvGrpSpPr/>
        <p:nvPr/>
      </p:nvGrpSpPr>
      <p:grpSpPr>
        <a:xfrm>
          <a:off x="0" y="0"/>
          <a:ext cx="0" cy="0"/>
          <a:chOff x="0" y="0"/>
          <a:chExt cx="0" cy="0"/>
        </a:xfrm>
      </p:grpSpPr>
      <p:grpSp>
        <p:nvGrpSpPr>
          <p:cNvPr id="30" name="Group 29"/>
          <p:cNvGrpSpPr/>
          <p:nvPr userDrawn="1"/>
        </p:nvGrpSpPr>
        <p:grpSpPr>
          <a:xfrm>
            <a:off x="1524000" y="990600"/>
            <a:ext cx="5105400" cy="8069114"/>
            <a:chOff x="1737819" y="1070601"/>
            <a:chExt cx="5044633" cy="8114987"/>
          </a:xfrm>
        </p:grpSpPr>
        <p:sp>
          <p:nvSpPr>
            <p:cNvPr id="27" name="Rectangle 649"/>
            <p:cNvSpPr>
              <a:spLocks noChangeArrowheads="1"/>
            </p:cNvSpPr>
            <p:nvPr/>
          </p:nvSpPr>
          <p:spPr bwMode="gray">
            <a:xfrm>
              <a:off x="5169974" y="1434753"/>
              <a:ext cx="1612478" cy="7750834"/>
            </a:xfrm>
            <a:prstGeom prst="rect">
              <a:avLst/>
            </a:prstGeom>
            <a:solidFill>
              <a:schemeClr val="tx2">
                <a:lumMod val="40000"/>
                <a:lumOff val="60000"/>
              </a:schemeClr>
            </a:solidFill>
            <a:ln w="0">
              <a:noFill/>
              <a:prstDash val="solid"/>
              <a:miter lim="800000"/>
              <a:headEnd/>
              <a:tailEnd/>
            </a:ln>
          </p:spPr>
          <p:txBody>
            <a:bodyPr vert="horz" wrap="square" lIns="95768" tIns="47884" rIns="95768" bIns="47884" numCol="1" anchor="t" anchorCtr="0" compatLnSpc="1">
              <a:prstTxWarp prst="textNoShape">
                <a:avLst/>
              </a:prstTxWarp>
            </a:bodyPr>
            <a:lstStyle/>
            <a:p>
              <a:endParaRPr lang="en-US">
                <a:solidFill>
                  <a:srgbClr val="000000"/>
                </a:solidFill>
              </a:endParaRPr>
            </a:p>
          </p:txBody>
        </p:sp>
        <p:sp>
          <p:nvSpPr>
            <p:cNvPr id="28" name="Rectangle 648"/>
            <p:cNvSpPr>
              <a:spLocks noChangeArrowheads="1"/>
            </p:cNvSpPr>
            <p:nvPr/>
          </p:nvSpPr>
          <p:spPr bwMode="gray">
            <a:xfrm>
              <a:off x="1737820" y="1070601"/>
              <a:ext cx="4629352" cy="440784"/>
            </a:xfrm>
            <a:prstGeom prst="rect">
              <a:avLst/>
            </a:prstGeom>
            <a:solidFill>
              <a:schemeClr val="tx2">
                <a:lumMod val="60000"/>
                <a:lumOff val="40000"/>
              </a:schemeClr>
            </a:solidFill>
            <a:ln w="0">
              <a:noFill/>
              <a:prstDash val="solid"/>
              <a:miter lim="800000"/>
              <a:headEnd/>
              <a:tailEnd/>
            </a:ln>
          </p:spPr>
          <p:txBody>
            <a:bodyPr vert="horz" wrap="square" lIns="95768" tIns="47884" rIns="95768" bIns="47884" numCol="1" anchor="t" anchorCtr="0" compatLnSpc="1">
              <a:prstTxWarp prst="textNoShape">
                <a:avLst/>
              </a:prstTxWarp>
            </a:bodyPr>
            <a:lstStyle/>
            <a:p>
              <a:endParaRPr lang="en-US">
                <a:solidFill>
                  <a:srgbClr val="000000"/>
                </a:solidFill>
              </a:endParaRPr>
            </a:p>
          </p:txBody>
        </p:sp>
        <p:sp>
          <p:nvSpPr>
            <p:cNvPr id="29" name="Rectangle 650"/>
            <p:cNvSpPr>
              <a:spLocks noChangeArrowheads="1"/>
            </p:cNvSpPr>
            <p:nvPr/>
          </p:nvSpPr>
          <p:spPr bwMode="gray">
            <a:xfrm>
              <a:off x="1737819" y="1434751"/>
              <a:ext cx="4629353" cy="7750837"/>
            </a:xfrm>
            <a:prstGeom prst="rect">
              <a:avLst/>
            </a:prstGeom>
            <a:solidFill>
              <a:schemeClr val="tx2"/>
            </a:solidFill>
            <a:ln w="0">
              <a:noFill/>
              <a:prstDash val="solid"/>
              <a:miter lim="800000"/>
              <a:headEnd/>
              <a:tailEnd/>
            </a:ln>
          </p:spPr>
          <p:txBody>
            <a:bodyPr vert="horz" wrap="square" lIns="95768" tIns="47884" rIns="95768" bIns="47884" numCol="1" anchor="t" anchorCtr="0" compatLnSpc="1">
              <a:prstTxWarp prst="textNoShape">
                <a:avLst/>
              </a:prstTxWarp>
            </a:bodyPr>
            <a:lstStyle/>
            <a:p>
              <a:endParaRPr lang="en-US">
                <a:solidFill>
                  <a:srgbClr val="000000"/>
                </a:solidFill>
              </a:endParaRPr>
            </a:p>
          </p:txBody>
        </p:sp>
      </p:grpSp>
      <p:sp>
        <p:nvSpPr>
          <p:cNvPr id="17" name="Title 1"/>
          <p:cNvSpPr>
            <a:spLocks noGrp="1"/>
          </p:cNvSpPr>
          <p:nvPr>
            <p:ph type="ctrTitle" hasCustomPrompt="1"/>
          </p:nvPr>
        </p:nvSpPr>
        <p:spPr bwMode="white">
          <a:xfrm>
            <a:off x="1676400" y="1513541"/>
            <a:ext cx="4052455" cy="848659"/>
          </a:xfrm>
        </p:spPr>
        <p:txBody>
          <a:bodyPr anchor="t" anchorCtr="0">
            <a:noAutofit/>
          </a:bodyPr>
          <a:lstStyle>
            <a:lvl1pPr>
              <a:lnSpc>
                <a:spcPct val="90000"/>
              </a:lnSpc>
              <a:defRPr sz="3000" b="1" i="1" baseline="0">
                <a:solidFill>
                  <a:schemeClr val="bg1"/>
                </a:solidFill>
              </a:defRPr>
            </a:lvl1pPr>
          </a:lstStyle>
          <a:p>
            <a:r>
              <a:rPr lang="en-GB" noProof="0" dirty="0"/>
              <a:t>Click to add the report’s main title</a:t>
            </a:r>
          </a:p>
        </p:txBody>
      </p:sp>
      <p:sp>
        <p:nvSpPr>
          <p:cNvPr id="18" name="Subtitle 2"/>
          <p:cNvSpPr>
            <a:spLocks noGrp="1"/>
          </p:cNvSpPr>
          <p:nvPr>
            <p:ph type="subTitle" idx="1" hasCustomPrompt="1"/>
          </p:nvPr>
        </p:nvSpPr>
        <p:spPr bwMode="white">
          <a:xfrm>
            <a:off x="1676401" y="2568387"/>
            <a:ext cx="4052454" cy="1165413"/>
          </a:xfrm>
        </p:spPr>
        <p:txBody>
          <a:bodyPr>
            <a:noAutofit/>
          </a:bodyPr>
          <a:lstStyle>
            <a:lvl1pPr marL="0" indent="0" algn="l">
              <a:lnSpc>
                <a:spcPct val="90000"/>
              </a:lnSpc>
              <a:spcAft>
                <a:spcPts val="0"/>
              </a:spcAft>
              <a:buNone/>
              <a:defRPr sz="3000" baseline="0">
                <a:solidFill>
                  <a:schemeClr val="bg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19" name="Text Placeholder 31"/>
          <p:cNvSpPr>
            <a:spLocks noGrp="1"/>
          </p:cNvSpPr>
          <p:nvPr>
            <p:ph type="body" sz="quarter" idx="10" hasCustomPrompt="1"/>
          </p:nvPr>
        </p:nvSpPr>
        <p:spPr bwMode="white">
          <a:xfrm>
            <a:off x="1676400" y="228600"/>
            <a:ext cx="3117273" cy="194236"/>
          </a:xfrm>
        </p:spPr>
        <p:txBody>
          <a:bodyPr/>
          <a:lstStyle>
            <a:lvl1pPr>
              <a:defRPr sz="1100">
                <a:solidFill>
                  <a:schemeClr val="tx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a:t>www.pwc.com/my</a:t>
            </a:r>
          </a:p>
        </p:txBody>
      </p:sp>
      <p:grpSp>
        <p:nvGrpSpPr>
          <p:cNvPr id="23" name="Group 59"/>
          <p:cNvGrpSpPr>
            <a:grpSpLocks/>
          </p:cNvGrpSpPr>
          <p:nvPr userDrawn="1"/>
        </p:nvGrpSpPr>
        <p:grpSpPr bwMode="auto">
          <a:xfrm>
            <a:off x="704850" y="9059715"/>
            <a:ext cx="930100" cy="549707"/>
            <a:chOff x="1051560" y="6768750"/>
            <a:chExt cx="1005840" cy="609595"/>
          </a:xfrm>
        </p:grpSpPr>
        <p:sp>
          <p:nvSpPr>
            <p:cNvPr id="24" name="Rectangle 37"/>
            <p:cNvSpPr>
              <a:spLocks noChangeArrowheads="1"/>
            </p:cNvSpPr>
            <p:nvPr/>
          </p:nvSpPr>
          <p:spPr bwMode="black">
            <a:xfrm>
              <a:off x="1667653" y="6768750"/>
              <a:ext cx="256032" cy="70893"/>
            </a:xfrm>
            <a:prstGeom prst="rect">
              <a:avLst/>
            </a:prstGeom>
            <a:solidFill>
              <a:schemeClr val="accent1"/>
            </a:solidFill>
            <a:ln w="0">
              <a:noFill/>
              <a:miter lim="800000"/>
              <a:headEnd/>
              <a:tailEnd/>
            </a:ln>
          </p:spPr>
          <p:txBody>
            <a:bodyPr/>
            <a:lstStyle/>
            <a:p>
              <a:endParaRPr lang="en-GB">
                <a:solidFill>
                  <a:srgbClr val="000000"/>
                </a:solidFill>
              </a:endParaRPr>
            </a:p>
          </p:txBody>
        </p:sp>
        <p:sp>
          <p:nvSpPr>
            <p:cNvPr id="25" name="Freeform 7"/>
            <p:cNvSpPr>
              <a:spLocks noEditPoints="1"/>
            </p:cNvSpPr>
            <p:nvPr/>
          </p:nvSpPr>
          <p:spPr bwMode="black">
            <a:xfrm>
              <a:off x="1051560" y="6987736"/>
              <a:ext cx="1005840" cy="390609"/>
            </a:xfrm>
            <a:custGeom>
              <a:avLst/>
              <a:gdLst>
                <a:gd name="T0" fmla="*/ 2147483647 w 4127"/>
                <a:gd name="T1" fmla="*/ 2147483647 h 1544"/>
                <a:gd name="T2" fmla="*/ 2147483647 w 4127"/>
                <a:gd name="T3" fmla="*/ 2147483647 h 1544"/>
                <a:gd name="T4" fmla="*/ 2147483647 w 4127"/>
                <a:gd name="T5" fmla="*/ 2147483647 h 1544"/>
                <a:gd name="T6" fmla="*/ 2147483647 w 4127"/>
                <a:gd name="T7" fmla="*/ 2147483647 h 1544"/>
                <a:gd name="T8" fmla="*/ 2147483647 w 4127"/>
                <a:gd name="T9" fmla="*/ 2147483647 h 1544"/>
                <a:gd name="T10" fmla="*/ 2147483647 w 4127"/>
                <a:gd name="T11" fmla="*/ 2147483647 h 1544"/>
                <a:gd name="T12" fmla="*/ 2147483647 w 4127"/>
                <a:gd name="T13" fmla="*/ 2147483647 h 1544"/>
                <a:gd name="T14" fmla="*/ 2147483647 w 4127"/>
                <a:gd name="T15" fmla="*/ 2147483647 h 1544"/>
                <a:gd name="T16" fmla="*/ 2147483647 w 4127"/>
                <a:gd name="T17" fmla="*/ 2147483647 h 1544"/>
                <a:gd name="T18" fmla="*/ 2147483647 w 4127"/>
                <a:gd name="T19" fmla="*/ 2147483647 h 1544"/>
                <a:gd name="T20" fmla="*/ 2147483647 w 4127"/>
                <a:gd name="T21" fmla="*/ 2147483647 h 1544"/>
                <a:gd name="T22" fmla="*/ 2147483647 w 4127"/>
                <a:gd name="T23" fmla="*/ 2147483647 h 1544"/>
                <a:gd name="T24" fmla="*/ 2147483647 w 4127"/>
                <a:gd name="T25" fmla="*/ 2147483647 h 1544"/>
                <a:gd name="T26" fmla="*/ 2147483647 w 4127"/>
                <a:gd name="T27" fmla="*/ 2147483647 h 1544"/>
                <a:gd name="T28" fmla="*/ 2147483647 w 4127"/>
                <a:gd name="T29" fmla="*/ 2147483647 h 1544"/>
                <a:gd name="T30" fmla="*/ 2147483647 w 4127"/>
                <a:gd name="T31" fmla="*/ 2147483647 h 1544"/>
                <a:gd name="T32" fmla="*/ 2147483647 w 4127"/>
                <a:gd name="T33" fmla="*/ 2147483647 h 1544"/>
                <a:gd name="T34" fmla="*/ 2147483647 w 4127"/>
                <a:gd name="T35" fmla="*/ 2147483647 h 1544"/>
                <a:gd name="T36" fmla="*/ 2147483647 w 4127"/>
                <a:gd name="T37" fmla="*/ 2147483647 h 1544"/>
                <a:gd name="T38" fmla="*/ 2147483647 w 4127"/>
                <a:gd name="T39" fmla="*/ 2147483647 h 1544"/>
                <a:gd name="T40" fmla="*/ 2147483647 w 4127"/>
                <a:gd name="T41" fmla="*/ 2147483647 h 1544"/>
                <a:gd name="T42" fmla="*/ 2147483647 w 4127"/>
                <a:gd name="T43" fmla="*/ 2147483647 h 1544"/>
                <a:gd name="T44" fmla="*/ 2147483647 w 4127"/>
                <a:gd name="T45" fmla="*/ 2147483647 h 1544"/>
                <a:gd name="T46" fmla="*/ 2147483647 w 4127"/>
                <a:gd name="T47" fmla="*/ 2147483647 h 1544"/>
                <a:gd name="T48" fmla="*/ 2147483647 w 4127"/>
                <a:gd name="T49" fmla="*/ 2147483647 h 1544"/>
                <a:gd name="T50" fmla="*/ 2147483647 w 4127"/>
                <a:gd name="T51" fmla="*/ 2147483647 h 1544"/>
                <a:gd name="T52" fmla="*/ 2147483647 w 4127"/>
                <a:gd name="T53" fmla="*/ 2147483647 h 1544"/>
                <a:gd name="T54" fmla="*/ 2147483647 w 4127"/>
                <a:gd name="T55" fmla="*/ 2147483647 h 1544"/>
                <a:gd name="T56" fmla="*/ 2147483647 w 4127"/>
                <a:gd name="T57" fmla="*/ 2147483647 h 1544"/>
                <a:gd name="T58" fmla="*/ 2147483647 w 4127"/>
                <a:gd name="T59" fmla="*/ 2147483647 h 1544"/>
                <a:gd name="T60" fmla="*/ 2147483647 w 4127"/>
                <a:gd name="T61" fmla="*/ 2147483647 h 1544"/>
                <a:gd name="T62" fmla="*/ 2147483647 w 4127"/>
                <a:gd name="T63" fmla="*/ 2147483647 h 1544"/>
                <a:gd name="T64" fmla="*/ 2147483647 w 4127"/>
                <a:gd name="T65" fmla="*/ 2147483647 h 1544"/>
                <a:gd name="T66" fmla="*/ 2147483647 w 4127"/>
                <a:gd name="T67" fmla="*/ 2147483647 h 1544"/>
                <a:gd name="T68" fmla="*/ 2147483647 w 4127"/>
                <a:gd name="T69" fmla="*/ 2147483647 h 1544"/>
                <a:gd name="T70" fmla="*/ 2147483647 w 4127"/>
                <a:gd name="T71" fmla="*/ 2147483647 h 1544"/>
                <a:gd name="T72" fmla="*/ 2147483647 w 4127"/>
                <a:gd name="T73" fmla="*/ 2147483647 h 1544"/>
                <a:gd name="T74" fmla="*/ 2147483647 w 4127"/>
                <a:gd name="T75" fmla="*/ 2147483647 h 1544"/>
                <a:gd name="T76" fmla="*/ 2147483647 w 4127"/>
                <a:gd name="T77" fmla="*/ 2147483647 h 1544"/>
                <a:gd name="T78" fmla="*/ 2147483647 w 4127"/>
                <a:gd name="T79" fmla="*/ 2147483647 h 1544"/>
                <a:gd name="T80" fmla="*/ 2147483647 w 4127"/>
                <a:gd name="T81" fmla="*/ 2147483647 h 1544"/>
                <a:gd name="T82" fmla="*/ 2147483647 w 4127"/>
                <a:gd name="T83" fmla="*/ 2147483647 h 1544"/>
                <a:gd name="T84" fmla="*/ 2147483647 w 4127"/>
                <a:gd name="T85" fmla="*/ 2147483647 h 1544"/>
                <a:gd name="T86" fmla="*/ 2147483647 w 4127"/>
                <a:gd name="T87" fmla="*/ 2147483647 h 1544"/>
                <a:gd name="T88" fmla="*/ 2147483647 w 4127"/>
                <a:gd name="T89" fmla="*/ 2147483647 h 1544"/>
                <a:gd name="T90" fmla="*/ 2147483647 w 4127"/>
                <a:gd name="T91" fmla="*/ 2147483647 h 1544"/>
                <a:gd name="T92" fmla="*/ 2147483647 w 4127"/>
                <a:gd name="T93" fmla="*/ 2147483647 h 1544"/>
                <a:gd name="T94" fmla="*/ 2147483647 w 4127"/>
                <a:gd name="T95" fmla="*/ 2147483647 h 1544"/>
                <a:gd name="T96" fmla="*/ 2147483647 w 4127"/>
                <a:gd name="T97" fmla="*/ 0 h 1544"/>
                <a:gd name="T98" fmla="*/ 2147483647 w 4127"/>
                <a:gd name="T99" fmla="*/ 2147483647 h 1544"/>
                <a:gd name="T100" fmla="*/ 2147483647 w 4127"/>
                <a:gd name="T101" fmla="*/ 2147483647 h 1544"/>
                <a:gd name="T102" fmla="*/ 2147483647 w 4127"/>
                <a:gd name="T103" fmla="*/ 2147483647 h 1544"/>
                <a:gd name="T104" fmla="*/ 2147483647 w 4127"/>
                <a:gd name="T105" fmla="*/ 2147483647 h 1544"/>
                <a:gd name="T106" fmla="*/ 2147483647 w 4127"/>
                <a:gd name="T107" fmla="*/ 2147483647 h 1544"/>
                <a:gd name="T108" fmla="*/ 2147483647 w 4127"/>
                <a:gd name="T109" fmla="*/ 2147483647 h 1544"/>
                <a:gd name="T110" fmla="*/ 2147483647 w 4127"/>
                <a:gd name="T111" fmla="*/ 2147483647 h 1544"/>
                <a:gd name="T112" fmla="*/ 2147483647 w 4127"/>
                <a:gd name="T113" fmla="*/ 2147483647 h 1544"/>
                <a:gd name="T114" fmla="*/ 2147483647 w 4127"/>
                <a:gd name="T115" fmla="*/ 2147483647 h 1544"/>
                <a:gd name="T116" fmla="*/ 2147483647 w 4127"/>
                <a:gd name="T117" fmla="*/ 2147483647 h 154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127"/>
                <a:gd name="T178" fmla="*/ 0 h 1544"/>
                <a:gd name="T179" fmla="*/ 4127 w 4127"/>
                <a:gd name="T180" fmla="*/ 1544 h 154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round/>
              <a:headEnd/>
              <a:tailEnd/>
            </a:ln>
          </p:spPr>
          <p:txBody>
            <a:bodyPr/>
            <a:lstStyle/>
            <a:p>
              <a:endParaRPr lang="en-US">
                <a:solidFill>
                  <a:srgbClr val="000000"/>
                </a:solidFill>
              </a:endParaRPr>
            </a:p>
          </p:txBody>
        </p:sp>
      </p:grpSp>
      <p:grpSp>
        <p:nvGrpSpPr>
          <p:cNvPr id="31" name="Group 31"/>
          <p:cNvGrpSpPr/>
          <p:nvPr userDrawn="1"/>
        </p:nvGrpSpPr>
        <p:grpSpPr>
          <a:xfrm>
            <a:off x="366817" y="4343400"/>
            <a:ext cx="1080000" cy="144000"/>
            <a:chOff x="489087" y="2521685"/>
            <a:chExt cx="1209752" cy="151219"/>
          </a:xfrm>
        </p:grpSpPr>
        <p:cxnSp>
          <p:nvCxnSpPr>
            <p:cNvPr id="32" name="Straight Connector 31"/>
            <p:cNvCxnSpPr/>
            <p:nvPr userDrawn="1"/>
          </p:nvCxnSpPr>
          <p:spPr>
            <a:xfrm rot="10800000">
              <a:off x="489087" y="2521686"/>
              <a:ext cx="1209752"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rot="5400000">
              <a:off x="413478" y="2597295"/>
              <a:ext cx="151219"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p:sp>
        <p:nvSpPr>
          <p:cNvPr id="35" name="Text Placeholder 34"/>
          <p:cNvSpPr>
            <a:spLocks noGrp="1"/>
          </p:cNvSpPr>
          <p:nvPr>
            <p:ph type="body" sz="quarter" idx="11" hasCustomPrompt="1"/>
          </p:nvPr>
        </p:nvSpPr>
        <p:spPr>
          <a:xfrm>
            <a:off x="457200" y="4419600"/>
            <a:ext cx="914400" cy="860425"/>
          </a:xfrm>
        </p:spPr>
        <p:txBody>
          <a:bodyPr/>
          <a:lstStyle>
            <a:lvl1pPr>
              <a:defRPr i="1"/>
            </a:lvl1pPr>
          </a:lstStyle>
          <a:p>
            <a:pPr lvl="0"/>
            <a:r>
              <a:rPr lang="en-US" dirty="0"/>
              <a:t>[Client]</a:t>
            </a:r>
          </a:p>
          <a:p>
            <a:pPr lvl="0"/>
            <a:r>
              <a:rPr lang="en-US" dirty="0"/>
              <a:t>[Month/year]</a:t>
            </a:r>
            <a:endParaRPr lang="en-GB" dirty="0"/>
          </a:p>
        </p:txBody>
      </p:sp>
    </p:spTree>
    <p:extLst>
      <p:ext uri="{BB962C8B-B14F-4D97-AF65-F5344CB8AC3E}">
        <p14:creationId xmlns:p14="http://schemas.microsoft.com/office/powerpoint/2010/main" val="30840861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ver Slide: Fixed Logo">
    <p:spTree>
      <p:nvGrpSpPr>
        <p:cNvPr id="1" name=""/>
        <p:cNvGrpSpPr/>
        <p:nvPr/>
      </p:nvGrpSpPr>
      <p:grpSpPr>
        <a:xfrm>
          <a:off x="0" y="0"/>
          <a:ext cx="0" cy="0"/>
          <a:chOff x="0" y="0"/>
          <a:chExt cx="0" cy="0"/>
        </a:xfrm>
      </p:grpSpPr>
      <p:grpSp>
        <p:nvGrpSpPr>
          <p:cNvPr id="2" name="Group 73"/>
          <p:cNvGrpSpPr/>
          <p:nvPr/>
        </p:nvGrpSpPr>
        <p:grpSpPr>
          <a:xfrm>
            <a:off x="1302112" y="7994000"/>
            <a:ext cx="363682" cy="647451"/>
            <a:chOff x="1905000" y="5715000"/>
            <a:chExt cx="445770" cy="381000"/>
          </a:xfrm>
        </p:grpSpPr>
        <p:sp>
          <p:nvSpPr>
            <p:cNvPr id="2073" name="Rectangle 25"/>
            <p:cNvSpPr>
              <a:spLocks noChangeArrowheads="1"/>
            </p:cNvSpPr>
            <p:nvPr userDrawn="1"/>
          </p:nvSpPr>
          <p:spPr bwMode="gray">
            <a:xfrm>
              <a:off x="2293620" y="5988118"/>
              <a:ext cx="57150" cy="107882"/>
            </a:xfrm>
            <a:prstGeom prst="rect">
              <a:avLst/>
            </a:prstGeom>
            <a:solidFill>
              <a:srgbClr val="F445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4" name="Rectangle 26"/>
            <p:cNvSpPr>
              <a:spLocks noChangeArrowheads="1"/>
            </p:cNvSpPr>
            <p:nvPr userDrawn="1"/>
          </p:nvSpPr>
          <p:spPr bwMode="gray">
            <a:xfrm>
              <a:off x="2132171" y="5757333"/>
              <a:ext cx="44291" cy="66914"/>
            </a:xfrm>
            <a:prstGeom prst="rect">
              <a:avLst/>
            </a:prstGeom>
            <a:solidFill>
              <a:srgbClr val="F6B67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5" name="Rectangle 27"/>
            <p:cNvSpPr>
              <a:spLocks noChangeArrowheads="1"/>
            </p:cNvSpPr>
            <p:nvPr userDrawn="1"/>
          </p:nvSpPr>
          <p:spPr bwMode="gray">
            <a:xfrm>
              <a:off x="1905000" y="5715000"/>
              <a:ext cx="227171" cy="42333"/>
            </a:xfrm>
            <a:prstGeom prst="rect">
              <a:avLst/>
            </a:prstGeom>
            <a:solidFill>
              <a:srgbClr val="F48F1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6" name="Rectangle 28"/>
            <p:cNvSpPr>
              <a:spLocks noChangeArrowheads="1"/>
            </p:cNvSpPr>
            <p:nvPr userDrawn="1"/>
          </p:nvSpPr>
          <p:spPr bwMode="gray">
            <a:xfrm>
              <a:off x="1905000" y="5757333"/>
              <a:ext cx="227171" cy="66914"/>
            </a:xfrm>
            <a:prstGeom prst="rect">
              <a:avLst/>
            </a:prstGeom>
            <a:solidFill>
              <a:srgbClr val="EB660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7" name="Rectangle 29"/>
            <p:cNvSpPr>
              <a:spLocks noChangeArrowheads="1"/>
            </p:cNvSpPr>
            <p:nvPr userDrawn="1"/>
          </p:nvSpPr>
          <p:spPr bwMode="gray">
            <a:xfrm>
              <a:off x="2176462" y="5824247"/>
              <a:ext cx="117158" cy="163871"/>
            </a:xfrm>
            <a:prstGeom prst="rect">
              <a:avLst/>
            </a:prstGeom>
            <a:solidFill>
              <a:srgbClr val="F3BF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8" name="Rectangle 30"/>
            <p:cNvSpPr>
              <a:spLocks noChangeArrowheads="1"/>
            </p:cNvSpPr>
            <p:nvPr userDrawn="1"/>
          </p:nvSpPr>
          <p:spPr bwMode="gray">
            <a:xfrm>
              <a:off x="2176462" y="5988118"/>
              <a:ext cx="117158" cy="107882"/>
            </a:xfrm>
            <a:prstGeom prst="rect">
              <a:avLst/>
            </a:prstGeom>
            <a:solidFill>
              <a:srgbClr val="E934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9" name="Rectangle 31"/>
            <p:cNvSpPr>
              <a:spLocks noChangeArrowheads="1"/>
            </p:cNvSpPr>
            <p:nvPr userDrawn="1"/>
          </p:nvSpPr>
          <p:spPr bwMode="gray">
            <a:xfrm>
              <a:off x="2132171" y="5824247"/>
              <a:ext cx="44291" cy="163871"/>
            </a:xfrm>
            <a:prstGeom prst="rect">
              <a:avLst/>
            </a:prstGeom>
            <a:solidFill>
              <a:srgbClr val="EA88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80" name="Rectangle 32"/>
            <p:cNvSpPr>
              <a:spLocks noChangeArrowheads="1"/>
            </p:cNvSpPr>
            <p:nvPr userDrawn="1"/>
          </p:nvSpPr>
          <p:spPr bwMode="gray">
            <a:xfrm>
              <a:off x="2132171" y="5988118"/>
              <a:ext cx="44291" cy="107882"/>
            </a:xfrm>
            <a:prstGeom prst="rect">
              <a:avLst/>
            </a:prstGeom>
            <a:solidFill>
              <a:srgbClr val="E025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81" name="Freeform 33"/>
            <p:cNvSpPr>
              <a:spLocks/>
            </p:cNvSpPr>
            <p:nvPr userDrawn="1"/>
          </p:nvSpPr>
          <p:spPr bwMode="gray">
            <a:xfrm>
              <a:off x="1905000" y="5824247"/>
              <a:ext cx="227171" cy="163871"/>
            </a:xfrm>
            <a:custGeom>
              <a:avLst/>
              <a:gdLst/>
              <a:ahLst/>
              <a:cxnLst>
                <a:cxn ang="0">
                  <a:pos x="0" y="0"/>
                </a:cxn>
                <a:cxn ang="0">
                  <a:pos x="159" y="0"/>
                </a:cxn>
                <a:cxn ang="0">
                  <a:pos x="159" y="120"/>
                </a:cxn>
                <a:cxn ang="0">
                  <a:pos x="99" y="120"/>
                </a:cxn>
                <a:cxn ang="0">
                  <a:pos x="99" y="80"/>
                </a:cxn>
                <a:cxn ang="0">
                  <a:pos x="0" y="80"/>
                </a:cxn>
                <a:cxn ang="0">
                  <a:pos x="0" y="0"/>
                </a:cxn>
              </a:cxnLst>
              <a:rect l="0" t="0" r="r" b="b"/>
              <a:pathLst>
                <a:path w="159" h="120">
                  <a:moveTo>
                    <a:pt x="0" y="0"/>
                  </a:moveTo>
                  <a:lnTo>
                    <a:pt x="159" y="0"/>
                  </a:lnTo>
                  <a:lnTo>
                    <a:pt x="159" y="120"/>
                  </a:lnTo>
                  <a:lnTo>
                    <a:pt x="99" y="120"/>
                  </a:lnTo>
                  <a:lnTo>
                    <a:pt x="99" y="80"/>
                  </a:lnTo>
                  <a:lnTo>
                    <a:pt x="0" y="80"/>
                  </a:lnTo>
                  <a:lnTo>
                    <a:pt x="0" y="0"/>
                  </a:lnTo>
                  <a:close/>
                </a:path>
              </a:pathLst>
            </a:custGeom>
            <a:solidFill>
              <a:srgbClr val="E04C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82" name="Rectangle 34"/>
            <p:cNvSpPr>
              <a:spLocks noChangeArrowheads="1"/>
            </p:cNvSpPr>
            <p:nvPr userDrawn="1"/>
          </p:nvSpPr>
          <p:spPr bwMode="gray">
            <a:xfrm>
              <a:off x="2046446" y="5988118"/>
              <a:ext cx="85725" cy="107882"/>
            </a:xfrm>
            <a:prstGeom prst="rect">
              <a:avLst/>
            </a:prstGeom>
            <a:solidFill>
              <a:srgbClr val="D614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83" name="Rectangle 35"/>
            <p:cNvSpPr>
              <a:spLocks noChangeArrowheads="1"/>
            </p:cNvSpPr>
            <p:nvPr userDrawn="1"/>
          </p:nvSpPr>
          <p:spPr bwMode="gray">
            <a:xfrm>
              <a:off x="1905000" y="5933495"/>
              <a:ext cx="141446" cy="54624"/>
            </a:xfrm>
            <a:prstGeom prst="rect">
              <a:avLst/>
            </a:prstGeom>
            <a:solidFill>
              <a:srgbClr val="C93C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84" name="Rectangle 36"/>
            <p:cNvSpPr>
              <a:spLocks noChangeArrowheads="1"/>
            </p:cNvSpPr>
            <p:nvPr userDrawn="1"/>
          </p:nvSpPr>
          <p:spPr bwMode="gray">
            <a:xfrm>
              <a:off x="1905000" y="5988118"/>
              <a:ext cx="141446" cy="107882"/>
            </a:xfrm>
            <a:prstGeom prst="rect">
              <a:avLst/>
            </a:prstGeom>
            <a:solidFill>
              <a:srgbClr val="C01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9" name="Rectangle 25"/>
            <p:cNvSpPr>
              <a:spLocks noChangeArrowheads="1"/>
            </p:cNvSpPr>
            <p:nvPr/>
          </p:nvSpPr>
          <p:spPr bwMode="gray">
            <a:xfrm>
              <a:off x="2293620" y="5988118"/>
              <a:ext cx="57150" cy="107882"/>
            </a:xfrm>
            <a:prstGeom prst="rect">
              <a:avLst/>
            </a:prstGeom>
            <a:solidFill>
              <a:srgbClr val="F445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0" name="Rectangle 26"/>
            <p:cNvSpPr>
              <a:spLocks noChangeArrowheads="1"/>
            </p:cNvSpPr>
            <p:nvPr/>
          </p:nvSpPr>
          <p:spPr bwMode="gray">
            <a:xfrm>
              <a:off x="2132171" y="5757333"/>
              <a:ext cx="44291" cy="66914"/>
            </a:xfrm>
            <a:prstGeom prst="rect">
              <a:avLst/>
            </a:prstGeom>
            <a:solidFill>
              <a:srgbClr val="F6B67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2" name="Rectangle 27"/>
            <p:cNvSpPr>
              <a:spLocks noChangeArrowheads="1"/>
            </p:cNvSpPr>
            <p:nvPr/>
          </p:nvSpPr>
          <p:spPr bwMode="gray">
            <a:xfrm>
              <a:off x="1905000" y="5715000"/>
              <a:ext cx="227171" cy="42333"/>
            </a:xfrm>
            <a:prstGeom prst="rect">
              <a:avLst/>
            </a:prstGeom>
            <a:solidFill>
              <a:srgbClr val="F48F1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3" name="Rectangle 28"/>
            <p:cNvSpPr>
              <a:spLocks noChangeArrowheads="1"/>
            </p:cNvSpPr>
            <p:nvPr/>
          </p:nvSpPr>
          <p:spPr bwMode="gray">
            <a:xfrm>
              <a:off x="1905000" y="5757333"/>
              <a:ext cx="227171" cy="66914"/>
            </a:xfrm>
            <a:prstGeom prst="rect">
              <a:avLst/>
            </a:prstGeom>
            <a:solidFill>
              <a:srgbClr val="EB660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4" name="Rectangle 29"/>
            <p:cNvSpPr>
              <a:spLocks noChangeArrowheads="1"/>
            </p:cNvSpPr>
            <p:nvPr/>
          </p:nvSpPr>
          <p:spPr bwMode="gray">
            <a:xfrm>
              <a:off x="2176462" y="5824247"/>
              <a:ext cx="117158" cy="163871"/>
            </a:xfrm>
            <a:prstGeom prst="rect">
              <a:avLst/>
            </a:prstGeom>
            <a:solidFill>
              <a:srgbClr val="F3BF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5" name="Rectangle 30"/>
            <p:cNvSpPr>
              <a:spLocks noChangeArrowheads="1"/>
            </p:cNvSpPr>
            <p:nvPr/>
          </p:nvSpPr>
          <p:spPr bwMode="gray">
            <a:xfrm>
              <a:off x="2176462" y="5988118"/>
              <a:ext cx="117158" cy="107882"/>
            </a:xfrm>
            <a:prstGeom prst="rect">
              <a:avLst/>
            </a:prstGeom>
            <a:solidFill>
              <a:srgbClr val="E934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6" name="Rectangle 31"/>
            <p:cNvSpPr>
              <a:spLocks noChangeArrowheads="1"/>
            </p:cNvSpPr>
            <p:nvPr/>
          </p:nvSpPr>
          <p:spPr bwMode="gray">
            <a:xfrm>
              <a:off x="2132171" y="5824247"/>
              <a:ext cx="44291" cy="163871"/>
            </a:xfrm>
            <a:prstGeom prst="rect">
              <a:avLst/>
            </a:prstGeom>
            <a:solidFill>
              <a:srgbClr val="EA88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8" name="Rectangle 32"/>
            <p:cNvSpPr>
              <a:spLocks noChangeArrowheads="1"/>
            </p:cNvSpPr>
            <p:nvPr/>
          </p:nvSpPr>
          <p:spPr bwMode="gray">
            <a:xfrm>
              <a:off x="2132171" y="5988118"/>
              <a:ext cx="44291" cy="107882"/>
            </a:xfrm>
            <a:prstGeom prst="rect">
              <a:avLst/>
            </a:prstGeom>
            <a:solidFill>
              <a:srgbClr val="E025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9" name="Freeform 33"/>
            <p:cNvSpPr>
              <a:spLocks/>
            </p:cNvSpPr>
            <p:nvPr/>
          </p:nvSpPr>
          <p:spPr bwMode="gray">
            <a:xfrm>
              <a:off x="1905000" y="5824247"/>
              <a:ext cx="227171" cy="163871"/>
            </a:xfrm>
            <a:custGeom>
              <a:avLst/>
              <a:gdLst/>
              <a:ahLst/>
              <a:cxnLst>
                <a:cxn ang="0">
                  <a:pos x="0" y="0"/>
                </a:cxn>
                <a:cxn ang="0">
                  <a:pos x="159" y="0"/>
                </a:cxn>
                <a:cxn ang="0">
                  <a:pos x="159" y="120"/>
                </a:cxn>
                <a:cxn ang="0">
                  <a:pos x="99" y="120"/>
                </a:cxn>
                <a:cxn ang="0">
                  <a:pos x="99" y="80"/>
                </a:cxn>
                <a:cxn ang="0">
                  <a:pos x="0" y="80"/>
                </a:cxn>
                <a:cxn ang="0">
                  <a:pos x="0" y="0"/>
                </a:cxn>
              </a:cxnLst>
              <a:rect l="0" t="0" r="r" b="b"/>
              <a:pathLst>
                <a:path w="159" h="120">
                  <a:moveTo>
                    <a:pt x="0" y="0"/>
                  </a:moveTo>
                  <a:lnTo>
                    <a:pt x="159" y="0"/>
                  </a:lnTo>
                  <a:lnTo>
                    <a:pt x="159" y="120"/>
                  </a:lnTo>
                  <a:lnTo>
                    <a:pt x="99" y="120"/>
                  </a:lnTo>
                  <a:lnTo>
                    <a:pt x="99" y="80"/>
                  </a:lnTo>
                  <a:lnTo>
                    <a:pt x="0" y="80"/>
                  </a:lnTo>
                  <a:lnTo>
                    <a:pt x="0" y="0"/>
                  </a:lnTo>
                  <a:close/>
                </a:path>
              </a:pathLst>
            </a:custGeom>
            <a:solidFill>
              <a:srgbClr val="E04C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40" name="Rectangle 34"/>
            <p:cNvSpPr>
              <a:spLocks noChangeArrowheads="1"/>
            </p:cNvSpPr>
            <p:nvPr/>
          </p:nvSpPr>
          <p:spPr bwMode="gray">
            <a:xfrm>
              <a:off x="2046446" y="5988118"/>
              <a:ext cx="85725" cy="107882"/>
            </a:xfrm>
            <a:prstGeom prst="rect">
              <a:avLst/>
            </a:prstGeom>
            <a:solidFill>
              <a:srgbClr val="D614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41" name="Rectangle 35"/>
            <p:cNvSpPr>
              <a:spLocks noChangeArrowheads="1"/>
            </p:cNvSpPr>
            <p:nvPr/>
          </p:nvSpPr>
          <p:spPr bwMode="gray">
            <a:xfrm>
              <a:off x="1905000" y="5933495"/>
              <a:ext cx="141446" cy="54624"/>
            </a:xfrm>
            <a:prstGeom prst="rect">
              <a:avLst/>
            </a:prstGeom>
            <a:solidFill>
              <a:srgbClr val="C93C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42" name="Rectangle 36"/>
            <p:cNvSpPr>
              <a:spLocks noChangeArrowheads="1"/>
            </p:cNvSpPr>
            <p:nvPr/>
          </p:nvSpPr>
          <p:spPr bwMode="gray">
            <a:xfrm>
              <a:off x="1905000" y="5988118"/>
              <a:ext cx="141446" cy="107882"/>
            </a:xfrm>
            <a:prstGeom prst="rect">
              <a:avLst/>
            </a:prstGeom>
            <a:solidFill>
              <a:srgbClr val="C01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cxnSp>
        <p:nvCxnSpPr>
          <p:cNvPr id="141" name="Shape 140"/>
          <p:cNvCxnSpPr/>
          <p:nvPr/>
        </p:nvCxnSpPr>
        <p:spPr>
          <a:xfrm rot="5400000" flipH="1" flipV="1">
            <a:off x="3781161" y="-1116164"/>
            <a:ext cx="220132" cy="5193377"/>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7" name="Title 1"/>
          <p:cNvSpPr>
            <a:spLocks noGrp="1"/>
          </p:cNvSpPr>
          <p:nvPr>
            <p:ph type="ctrTitle" hasCustomPrompt="1"/>
          </p:nvPr>
        </p:nvSpPr>
        <p:spPr bwMode="black">
          <a:xfrm>
            <a:off x="1402773" y="1456764"/>
            <a:ext cx="4052455" cy="1165413"/>
          </a:xfrm>
        </p:spPr>
        <p:txBody>
          <a:bodyPr anchor="t" anchorCtr="0">
            <a:noAutofit/>
          </a:bodyPr>
          <a:lstStyle>
            <a:lvl1pPr>
              <a:lnSpc>
                <a:spcPct val="90000"/>
              </a:lnSpc>
              <a:defRPr sz="3000" b="1" i="1" baseline="0">
                <a:solidFill>
                  <a:schemeClr val="tx1"/>
                </a:solidFill>
              </a:defRPr>
            </a:lvl1pPr>
          </a:lstStyle>
          <a:p>
            <a:r>
              <a:rPr lang="en-GB" noProof="0" dirty="0"/>
              <a:t>Click to add the report’s main title</a:t>
            </a:r>
          </a:p>
        </p:txBody>
      </p:sp>
      <p:sp>
        <p:nvSpPr>
          <p:cNvPr id="43" name="Subtitle 2"/>
          <p:cNvSpPr>
            <a:spLocks noGrp="1"/>
          </p:cNvSpPr>
          <p:nvPr>
            <p:ph type="subTitle" idx="1" hasCustomPrompt="1"/>
          </p:nvPr>
        </p:nvSpPr>
        <p:spPr bwMode="black">
          <a:xfrm>
            <a:off x="1402774" y="2816411"/>
            <a:ext cx="4052454" cy="1165413"/>
          </a:xfrm>
        </p:spPr>
        <p:txBody>
          <a:bodyPr>
            <a:noAutofit/>
          </a:bodyPr>
          <a:lstStyle>
            <a:lvl1pPr marL="0" indent="0" algn="l">
              <a:lnSpc>
                <a:spcPct val="90000"/>
              </a:lnSpc>
              <a:spcAft>
                <a:spcPts val="0"/>
              </a:spcAft>
              <a:buNone/>
              <a:defRPr sz="3000" baseline="0">
                <a:solidFill>
                  <a:schemeClr val="tx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45" name="Text Placeholder 31"/>
          <p:cNvSpPr>
            <a:spLocks noGrp="1"/>
          </p:cNvSpPr>
          <p:nvPr>
            <p:ph type="body" sz="quarter" idx="10" hasCustomPrompt="1"/>
          </p:nvPr>
        </p:nvSpPr>
        <p:spPr bwMode="black">
          <a:xfrm>
            <a:off x="1402773" y="679824"/>
            <a:ext cx="3117273" cy="194236"/>
          </a:xfrm>
        </p:spPr>
        <p:txBody>
          <a:bodyPr/>
          <a:lstStyle>
            <a:lvl1pPr>
              <a:defRPr sz="1100">
                <a:solidFill>
                  <a:schemeClr val="tx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err="1"/>
              <a:t>www.pwc.com</a:t>
            </a:r>
            <a:endParaRPr lang="en-GB" noProof="0" dirty="0"/>
          </a:p>
        </p:txBody>
      </p:sp>
      <p:grpSp>
        <p:nvGrpSpPr>
          <p:cNvPr id="3" name="Group 45"/>
          <p:cNvGrpSpPr/>
          <p:nvPr/>
        </p:nvGrpSpPr>
        <p:grpSpPr>
          <a:xfrm>
            <a:off x="716973" y="8643471"/>
            <a:ext cx="685800" cy="776941"/>
            <a:chOff x="1051560" y="6781800"/>
            <a:chExt cx="1005840" cy="609600"/>
          </a:xfrm>
        </p:grpSpPr>
        <p:sp>
          <p:nvSpPr>
            <p:cNvPr id="48" name="Rectangle 37"/>
            <p:cNvSpPr>
              <a:spLocks noChangeArrowheads="1"/>
            </p:cNvSpPr>
            <p:nvPr userDrawn="1"/>
          </p:nvSpPr>
          <p:spPr bwMode="black">
            <a:xfrm>
              <a:off x="1648968" y="6781800"/>
              <a:ext cx="256032" cy="54864"/>
            </a:xfrm>
            <a:prstGeom prst="rect">
              <a:avLst/>
            </a:prstGeom>
            <a:solidFill>
              <a:srgbClr val="A10000"/>
            </a:solidFill>
            <a:ln w="0">
              <a:solidFill>
                <a:srgbClr val="A1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49" name="Freeform 7"/>
            <p:cNvSpPr>
              <a:spLocks noEditPoints="1"/>
            </p:cNvSpPr>
            <p:nvPr userDrawn="1"/>
          </p:nvSpPr>
          <p:spPr bwMode="black">
            <a:xfrm>
              <a:off x="1051560" y="7000790"/>
              <a:ext cx="1005840" cy="39061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spTree>
    <p:extLst>
      <p:ext uri="{BB962C8B-B14F-4D97-AF65-F5344CB8AC3E}">
        <p14:creationId xmlns:p14="http://schemas.microsoft.com/office/powerpoint/2010/main" val="153025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ver Slide: Picture">
    <p:spTree>
      <p:nvGrpSpPr>
        <p:cNvPr id="1" name=""/>
        <p:cNvGrpSpPr/>
        <p:nvPr/>
      </p:nvGrpSpPr>
      <p:grpSpPr>
        <a:xfrm>
          <a:off x="0" y="0"/>
          <a:ext cx="0" cy="0"/>
          <a:chOff x="0" y="0"/>
          <a:chExt cx="0" cy="0"/>
        </a:xfrm>
      </p:grpSpPr>
      <p:grpSp>
        <p:nvGrpSpPr>
          <p:cNvPr id="2" name="Group 84"/>
          <p:cNvGrpSpPr/>
          <p:nvPr/>
        </p:nvGrpSpPr>
        <p:grpSpPr>
          <a:xfrm>
            <a:off x="1298864" y="0"/>
            <a:ext cx="5559137" cy="8643471"/>
            <a:chOff x="1905000" y="0"/>
            <a:chExt cx="8153400" cy="6781800"/>
          </a:xfrm>
        </p:grpSpPr>
        <p:sp>
          <p:nvSpPr>
            <p:cNvPr id="86" name="Rectangle 159"/>
            <p:cNvSpPr>
              <a:spLocks noChangeArrowheads="1"/>
            </p:cNvSpPr>
            <p:nvPr userDrawn="1"/>
          </p:nvSpPr>
          <p:spPr bwMode="gray">
            <a:xfrm>
              <a:off x="8915400" y="3200400"/>
              <a:ext cx="609600" cy="3581400"/>
            </a:xfrm>
            <a:prstGeom prst="rect">
              <a:avLst/>
            </a:prstGeom>
            <a:solidFill>
              <a:srgbClr val="E88C1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87" name="Rectangle 153"/>
            <p:cNvSpPr>
              <a:spLocks noChangeArrowheads="1"/>
            </p:cNvSpPr>
            <p:nvPr/>
          </p:nvSpPr>
          <p:spPr bwMode="gray">
            <a:xfrm>
              <a:off x="9525000" y="3200400"/>
              <a:ext cx="533400" cy="3581400"/>
            </a:xfrm>
            <a:prstGeom prst="rect">
              <a:avLst/>
            </a:prstGeom>
            <a:solidFill>
              <a:srgbClr val="F3BC8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88" name="Rectangle 156"/>
            <p:cNvSpPr>
              <a:spLocks noChangeArrowheads="1"/>
            </p:cNvSpPr>
            <p:nvPr/>
          </p:nvSpPr>
          <p:spPr bwMode="gray">
            <a:xfrm>
              <a:off x="1905000" y="0"/>
              <a:ext cx="6248400" cy="990600"/>
            </a:xfrm>
            <a:prstGeom prst="rect">
              <a:avLst/>
            </a:prstGeom>
            <a:solidFill>
              <a:srgbClr val="EE9C3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89" name="Rectangle 160"/>
            <p:cNvSpPr>
              <a:spLocks noChangeArrowheads="1"/>
            </p:cNvSpPr>
            <p:nvPr userDrawn="1"/>
          </p:nvSpPr>
          <p:spPr bwMode="gray">
            <a:xfrm>
              <a:off x="8127647" y="3200400"/>
              <a:ext cx="787753" cy="3581400"/>
            </a:xfrm>
            <a:prstGeom prst="rect">
              <a:avLst/>
            </a:prstGeom>
            <a:solidFill>
              <a:srgbClr val="D1390D"/>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90" name="Rectangle 89"/>
            <p:cNvSpPr/>
            <p:nvPr userDrawn="1"/>
          </p:nvSpPr>
          <p:spPr bwMode="gray">
            <a:xfrm>
              <a:off x="1905000" y="3195320"/>
              <a:ext cx="6248400" cy="3586480"/>
            </a:xfrm>
            <a:prstGeom prst="rect">
              <a:avLst/>
            </a:prstGeom>
            <a:solidFill>
              <a:srgbClr val="C22303"/>
            </a:solidFill>
            <a:ln w="0">
              <a:noFill/>
              <a:prstDash val="solid"/>
              <a:round/>
              <a:headEnd/>
              <a:tailEnd/>
            </a:ln>
          </p:spPr>
          <p:txBody>
            <a:bodyPr vert="horz" wrap="square" lIns="91440" tIns="45720" rIns="91440" bIns="45720" numCol="1" anchor="t" anchorCtr="0" compatLnSpc="1">
              <a:prstTxWarp prst="textNoShape">
                <a:avLst/>
              </a:prstTxWarp>
            </a:bodyPr>
            <a:lstStyle/>
            <a:p>
              <a:pPr defTabSz="957685"/>
              <a:endParaRPr lang="en-GB" dirty="0">
                <a:solidFill>
                  <a:srgbClr val="000000"/>
                </a:solidFill>
              </a:endParaRPr>
            </a:p>
          </p:txBody>
        </p:sp>
        <p:sp>
          <p:nvSpPr>
            <p:cNvPr id="91" name="Rectangle 155"/>
            <p:cNvSpPr>
              <a:spLocks noChangeArrowheads="1"/>
            </p:cNvSpPr>
            <p:nvPr userDrawn="1"/>
          </p:nvSpPr>
          <p:spPr bwMode="gray">
            <a:xfrm>
              <a:off x="8127649" y="990600"/>
              <a:ext cx="787751" cy="2209800"/>
            </a:xfrm>
            <a:prstGeom prst="rect">
              <a:avLst/>
            </a:prstGeom>
            <a:solidFill>
              <a:srgbClr val="E669A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92" name="Rectangle 158"/>
            <p:cNvSpPr>
              <a:spLocks noChangeArrowheads="1"/>
            </p:cNvSpPr>
            <p:nvPr userDrawn="1"/>
          </p:nvSpPr>
          <p:spPr bwMode="gray">
            <a:xfrm>
              <a:off x="1905000" y="990600"/>
              <a:ext cx="6248400" cy="2209800"/>
            </a:xfrm>
            <a:prstGeom prst="rect">
              <a:avLst/>
            </a:prstGeom>
            <a:solidFill>
              <a:srgbClr val="D74021"/>
            </a:solidFill>
            <a:ln w="0">
              <a:noFill/>
              <a:prstDash val="solid"/>
              <a:miter lim="800000"/>
              <a:headEnd/>
              <a:tailEnd/>
            </a:ln>
          </p:spPr>
          <p:txBody>
            <a:bodyPr vert="horz" wrap="square" lIns="0" tIns="0" rIns="0" bIns="0" numCol="1" anchor="t" anchorCtr="0" compatLnSpc="1">
              <a:prstTxWarp prst="textNoShape">
                <a:avLst/>
              </a:prstTxWarp>
            </a:bodyPr>
            <a:lstStyle/>
            <a:p>
              <a:endParaRPr lang="en-GB">
                <a:solidFill>
                  <a:srgbClr val="000000"/>
                </a:solidFill>
              </a:endParaRPr>
            </a:p>
          </p:txBody>
        </p:sp>
      </p:grpSp>
      <p:sp>
        <p:nvSpPr>
          <p:cNvPr id="39" name="Title 1"/>
          <p:cNvSpPr>
            <a:spLocks noGrp="1"/>
          </p:cNvSpPr>
          <p:nvPr>
            <p:ph type="ctrTitle" hasCustomPrompt="1"/>
          </p:nvPr>
        </p:nvSpPr>
        <p:spPr bwMode="white">
          <a:xfrm>
            <a:off x="1402773" y="1456764"/>
            <a:ext cx="4052455" cy="1165413"/>
          </a:xfrm>
        </p:spPr>
        <p:txBody>
          <a:bodyPr anchor="t" anchorCtr="0">
            <a:noAutofit/>
          </a:bodyPr>
          <a:lstStyle>
            <a:lvl1pPr>
              <a:lnSpc>
                <a:spcPct val="90000"/>
              </a:lnSpc>
              <a:defRPr sz="3000" b="1" i="1" baseline="0">
                <a:solidFill>
                  <a:schemeClr val="bg1"/>
                </a:solidFill>
              </a:defRPr>
            </a:lvl1pPr>
          </a:lstStyle>
          <a:p>
            <a:r>
              <a:rPr lang="en-GB" noProof="0" dirty="0"/>
              <a:t>Click to add the report’s main title</a:t>
            </a:r>
          </a:p>
        </p:txBody>
      </p:sp>
      <p:sp>
        <p:nvSpPr>
          <p:cNvPr id="40" name="Subtitle 2"/>
          <p:cNvSpPr>
            <a:spLocks noGrp="1"/>
          </p:cNvSpPr>
          <p:nvPr>
            <p:ph type="subTitle" idx="1" hasCustomPrompt="1"/>
          </p:nvPr>
        </p:nvSpPr>
        <p:spPr bwMode="white">
          <a:xfrm>
            <a:off x="1402774" y="2816411"/>
            <a:ext cx="4052454" cy="1165413"/>
          </a:xfrm>
        </p:spPr>
        <p:txBody>
          <a:bodyPr>
            <a:noAutofit/>
          </a:bodyPr>
          <a:lstStyle>
            <a:lvl1pPr marL="0" indent="0" algn="l">
              <a:lnSpc>
                <a:spcPct val="90000"/>
              </a:lnSpc>
              <a:spcAft>
                <a:spcPts val="0"/>
              </a:spcAft>
              <a:buNone/>
              <a:defRPr sz="3000" baseline="0">
                <a:solidFill>
                  <a:schemeClr val="bg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41" name="Text Placeholder 31"/>
          <p:cNvSpPr>
            <a:spLocks noGrp="1"/>
          </p:cNvSpPr>
          <p:nvPr>
            <p:ph type="body" sz="quarter" idx="10" hasCustomPrompt="1"/>
          </p:nvPr>
        </p:nvSpPr>
        <p:spPr bwMode="white">
          <a:xfrm>
            <a:off x="1402773" y="679824"/>
            <a:ext cx="3117273" cy="194236"/>
          </a:xfrm>
        </p:spPr>
        <p:txBody>
          <a:bodyPr/>
          <a:lstStyle>
            <a:lvl1pPr>
              <a:defRPr sz="1100">
                <a:solidFill>
                  <a:schemeClr val="bg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err="1"/>
              <a:t>www.pwc.com</a:t>
            </a:r>
            <a:endParaRPr lang="en-GB" noProof="0" dirty="0"/>
          </a:p>
        </p:txBody>
      </p:sp>
      <p:grpSp>
        <p:nvGrpSpPr>
          <p:cNvPr id="3" name="Group 41"/>
          <p:cNvGrpSpPr/>
          <p:nvPr/>
        </p:nvGrpSpPr>
        <p:grpSpPr>
          <a:xfrm>
            <a:off x="716973" y="8643471"/>
            <a:ext cx="685800" cy="776941"/>
            <a:chOff x="1051560" y="6781800"/>
            <a:chExt cx="1005840" cy="609600"/>
          </a:xfrm>
        </p:grpSpPr>
        <p:sp>
          <p:nvSpPr>
            <p:cNvPr id="43" name="Rectangle 37"/>
            <p:cNvSpPr>
              <a:spLocks noChangeArrowheads="1"/>
            </p:cNvSpPr>
            <p:nvPr userDrawn="1"/>
          </p:nvSpPr>
          <p:spPr bwMode="black">
            <a:xfrm>
              <a:off x="1648968" y="6781800"/>
              <a:ext cx="256032" cy="54864"/>
            </a:xfrm>
            <a:prstGeom prst="rect">
              <a:avLst/>
            </a:prstGeom>
            <a:solidFill>
              <a:srgbClr val="A10000"/>
            </a:solidFill>
            <a:ln w="0">
              <a:solidFill>
                <a:srgbClr val="A1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44" name="Freeform 7"/>
            <p:cNvSpPr>
              <a:spLocks noEditPoints="1"/>
            </p:cNvSpPr>
            <p:nvPr userDrawn="1"/>
          </p:nvSpPr>
          <p:spPr bwMode="black">
            <a:xfrm>
              <a:off x="1051560" y="7000790"/>
              <a:ext cx="1005840" cy="39061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sp>
        <p:nvSpPr>
          <p:cNvPr id="66" name="Picture Placeholder 65"/>
          <p:cNvSpPr>
            <a:spLocks noGrp="1"/>
          </p:cNvSpPr>
          <p:nvPr>
            <p:ph type="pic" sz="quarter" idx="11"/>
          </p:nvPr>
        </p:nvSpPr>
        <p:spPr>
          <a:xfrm>
            <a:off x="1298865" y="4078942"/>
            <a:ext cx="4779818" cy="4564529"/>
          </a:xfrm>
        </p:spPr>
        <p:txBody>
          <a:bodyPr/>
          <a:lstStyle/>
          <a:p>
            <a:r>
              <a:rPr lang="en-GB"/>
              <a:t>Click icon to add picture</a:t>
            </a:r>
          </a:p>
        </p:txBody>
      </p:sp>
      <p:grpSp>
        <p:nvGrpSpPr>
          <p:cNvPr id="17" name="Group 31"/>
          <p:cNvGrpSpPr/>
          <p:nvPr userDrawn="1"/>
        </p:nvGrpSpPr>
        <p:grpSpPr>
          <a:xfrm>
            <a:off x="291600" y="4092575"/>
            <a:ext cx="936000" cy="144000"/>
            <a:chOff x="489087" y="2521685"/>
            <a:chExt cx="1209752" cy="151219"/>
          </a:xfrm>
        </p:grpSpPr>
        <p:cxnSp>
          <p:nvCxnSpPr>
            <p:cNvPr id="18" name="Straight Connector 17"/>
            <p:cNvCxnSpPr/>
            <p:nvPr userDrawn="1"/>
          </p:nvCxnSpPr>
          <p:spPr>
            <a:xfrm rot="10800000">
              <a:off x="489087" y="2521686"/>
              <a:ext cx="1209752"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rot="5400000">
              <a:off x="413478" y="2597295"/>
              <a:ext cx="151219"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p:sp>
        <p:nvSpPr>
          <p:cNvPr id="20" name="Text Placeholder 34"/>
          <p:cNvSpPr>
            <a:spLocks noGrp="1"/>
          </p:cNvSpPr>
          <p:nvPr>
            <p:ph type="body" sz="quarter" idx="12" hasCustomPrompt="1"/>
          </p:nvPr>
        </p:nvSpPr>
        <p:spPr>
          <a:xfrm>
            <a:off x="381983" y="4168775"/>
            <a:ext cx="808642" cy="860425"/>
          </a:xfrm>
        </p:spPr>
        <p:txBody>
          <a:bodyPr/>
          <a:lstStyle>
            <a:lvl1pPr>
              <a:defRPr i="1"/>
            </a:lvl1pPr>
          </a:lstStyle>
          <a:p>
            <a:pPr lvl="0"/>
            <a:r>
              <a:rPr lang="en-US" dirty="0"/>
              <a:t>[Client]</a:t>
            </a:r>
          </a:p>
          <a:p>
            <a:pPr lvl="0"/>
            <a:r>
              <a:rPr lang="en-US" dirty="0"/>
              <a:t>[Month/year]</a:t>
            </a:r>
            <a:endParaRPr lang="en-GB" dirty="0"/>
          </a:p>
        </p:txBody>
      </p:sp>
    </p:spTree>
    <p:extLst>
      <p:ext uri="{BB962C8B-B14F-4D97-AF65-F5344CB8AC3E}">
        <p14:creationId xmlns:p14="http://schemas.microsoft.com/office/powerpoint/2010/main" val="17919260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ver Slide">
    <p:spTree>
      <p:nvGrpSpPr>
        <p:cNvPr id="1" name=""/>
        <p:cNvGrpSpPr/>
        <p:nvPr/>
      </p:nvGrpSpPr>
      <p:grpSpPr>
        <a:xfrm>
          <a:off x="0" y="0"/>
          <a:ext cx="0" cy="0"/>
          <a:chOff x="0" y="0"/>
          <a:chExt cx="0" cy="0"/>
        </a:xfrm>
      </p:grpSpPr>
      <p:grpSp>
        <p:nvGrpSpPr>
          <p:cNvPr id="2" name="Group 124"/>
          <p:cNvGrpSpPr/>
          <p:nvPr/>
        </p:nvGrpSpPr>
        <p:grpSpPr>
          <a:xfrm>
            <a:off x="1298864" y="0"/>
            <a:ext cx="5559137" cy="8643471"/>
            <a:chOff x="1905000" y="0"/>
            <a:chExt cx="8153400" cy="6781800"/>
          </a:xfrm>
        </p:grpSpPr>
        <p:sp>
          <p:nvSpPr>
            <p:cNvPr id="126" name="Rectangle 159"/>
            <p:cNvSpPr>
              <a:spLocks noChangeArrowheads="1"/>
            </p:cNvSpPr>
            <p:nvPr userDrawn="1"/>
          </p:nvSpPr>
          <p:spPr bwMode="gray">
            <a:xfrm>
              <a:off x="8915400" y="3200400"/>
              <a:ext cx="609600" cy="3581400"/>
            </a:xfrm>
            <a:prstGeom prst="rect">
              <a:avLst/>
            </a:prstGeom>
            <a:solidFill>
              <a:srgbClr val="E88C1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27" name="Rectangle 153"/>
            <p:cNvSpPr>
              <a:spLocks noChangeArrowheads="1"/>
            </p:cNvSpPr>
            <p:nvPr/>
          </p:nvSpPr>
          <p:spPr bwMode="gray">
            <a:xfrm>
              <a:off x="9525000" y="3200400"/>
              <a:ext cx="533400" cy="3581400"/>
            </a:xfrm>
            <a:prstGeom prst="rect">
              <a:avLst/>
            </a:prstGeom>
            <a:solidFill>
              <a:srgbClr val="F3BC8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28" name="Rectangle 156"/>
            <p:cNvSpPr>
              <a:spLocks noChangeArrowheads="1"/>
            </p:cNvSpPr>
            <p:nvPr/>
          </p:nvSpPr>
          <p:spPr bwMode="gray">
            <a:xfrm>
              <a:off x="1905000" y="0"/>
              <a:ext cx="6248400" cy="990600"/>
            </a:xfrm>
            <a:prstGeom prst="rect">
              <a:avLst/>
            </a:prstGeom>
            <a:solidFill>
              <a:srgbClr val="EE9C3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29" name="Rectangle 160"/>
            <p:cNvSpPr>
              <a:spLocks noChangeArrowheads="1"/>
            </p:cNvSpPr>
            <p:nvPr userDrawn="1"/>
          </p:nvSpPr>
          <p:spPr bwMode="gray">
            <a:xfrm>
              <a:off x="8127647" y="3200400"/>
              <a:ext cx="787753" cy="3581400"/>
            </a:xfrm>
            <a:prstGeom prst="rect">
              <a:avLst/>
            </a:prstGeom>
            <a:solidFill>
              <a:srgbClr val="D1390D"/>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30" name="Rectangle 129"/>
            <p:cNvSpPr/>
            <p:nvPr userDrawn="1"/>
          </p:nvSpPr>
          <p:spPr bwMode="gray">
            <a:xfrm>
              <a:off x="1905000" y="3195320"/>
              <a:ext cx="6248400" cy="3586480"/>
            </a:xfrm>
            <a:prstGeom prst="rect">
              <a:avLst/>
            </a:prstGeom>
            <a:solidFill>
              <a:srgbClr val="C22303"/>
            </a:solidFill>
            <a:ln w="0">
              <a:noFill/>
              <a:prstDash val="solid"/>
              <a:round/>
              <a:headEnd/>
              <a:tailEnd/>
            </a:ln>
          </p:spPr>
          <p:txBody>
            <a:bodyPr vert="horz" wrap="square" lIns="91440" tIns="45720" rIns="91440" bIns="45720" numCol="1" anchor="t" anchorCtr="0" compatLnSpc="1">
              <a:prstTxWarp prst="textNoShape">
                <a:avLst/>
              </a:prstTxWarp>
            </a:bodyPr>
            <a:lstStyle/>
            <a:p>
              <a:pPr defTabSz="957685"/>
              <a:endParaRPr lang="en-GB" dirty="0">
                <a:solidFill>
                  <a:srgbClr val="000000"/>
                </a:solidFill>
              </a:endParaRPr>
            </a:p>
          </p:txBody>
        </p:sp>
        <p:sp>
          <p:nvSpPr>
            <p:cNvPr id="131" name="Rectangle 155"/>
            <p:cNvSpPr>
              <a:spLocks noChangeArrowheads="1"/>
            </p:cNvSpPr>
            <p:nvPr userDrawn="1"/>
          </p:nvSpPr>
          <p:spPr bwMode="gray">
            <a:xfrm>
              <a:off x="8127649" y="990600"/>
              <a:ext cx="787751" cy="2209800"/>
            </a:xfrm>
            <a:prstGeom prst="rect">
              <a:avLst/>
            </a:prstGeom>
            <a:solidFill>
              <a:srgbClr val="E669A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32" name="Rectangle 158"/>
            <p:cNvSpPr>
              <a:spLocks noChangeArrowheads="1"/>
            </p:cNvSpPr>
            <p:nvPr userDrawn="1"/>
          </p:nvSpPr>
          <p:spPr bwMode="gray">
            <a:xfrm>
              <a:off x="1905000" y="990600"/>
              <a:ext cx="6248400" cy="2209800"/>
            </a:xfrm>
            <a:prstGeom prst="rect">
              <a:avLst/>
            </a:prstGeom>
            <a:solidFill>
              <a:srgbClr val="D74021"/>
            </a:solidFill>
            <a:ln w="0">
              <a:noFill/>
              <a:prstDash val="solid"/>
              <a:miter lim="800000"/>
              <a:headEnd/>
              <a:tailEnd/>
            </a:ln>
          </p:spPr>
          <p:txBody>
            <a:bodyPr vert="horz" wrap="square" lIns="0" tIns="0" rIns="0" bIns="0" numCol="1" anchor="t" anchorCtr="0" compatLnSpc="1">
              <a:prstTxWarp prst="textNoShape">
                <a:avLst/>
              </a:prstTxWarp>
            </a:bodyPr>
            <a:lstStyle/>
            <a:p>
              <a:endParaRPr lang="en-GB">
                <a:solidFill>
                  <a:srgbClr val="000000"/>
                </a:solidFill>
              </a:endParaRPr>
            </a:p>
          </p:txBody>
        </p:sp>
      </p:grpSp>
      <p:sp>
        <p:nvSpPr>
          <p:cNvPr id="15" name="Title 1"/>
          <p:cNvSpPr>
            <a:spLocks noGrp="1"/>
          </p:cNvSpPr>
          <p:nvPr>
            <p:ph type="ctrTitle" hasCustomPrompt="1"/>
          </p:nvPr>
        </p:nvSpPr>
        <p:spPr bwMode="white">
          <a:xfrm>
            <a:off x="1402773" y="1456764"/>
            <a:ext cx="4052455" cy="1165413"/>
          </a:xfrm>
        </p:spPr>
        <p:txBody>
          <a:bodyPr anchor="t" anchorCtr="0">
            <a:noAutofit/>
          </a:bodyPr>
          <a:lstStyle>
            <a:lvl1pPr>
              <a:lnSpc>
                <a:spcPct val="90000"/>
              </a:lnSpc>
              <a:defRPr sz="3000" b="1" i="1" baseline="0">
                <a:solidFill>
                  <a:schemeClr val="bg1"/>
                </a:solidFill>
              </a:defRPr>
            </a:lvl1pPr>
          </a:lstStyle>
          <a:p>
            <a:r>
              <a:rPr lang="en-GB" noProof="0" dirty="0"/>
              <a:t>Click to add the report’s main title</a:t>
            </a:r>
          </a:p>
        </p:txBody>
      </p:sp>
      <p:sp>
        <p:nvSpPr>
          <p:cNvPr id="18" name="Subtitle 2"/>
          <p:cNvSpPr>
            <a:spLocks noGrp="1"/>
          </p:cNvSpPr>
          <p:nvPr>
            <p:ph type="subTitle" idx="1" hasCustomPrompt="1"/>
          </p:nvPr>
        </p:nvSpPr>
        <p:spPr bwMode="white">
          <a:xfrm>
            <a:off x="1402774" y="2816411"/>
            <a:ext cx="4052454" cy="1165413"/>
          </a:xfrm>
        </p:spPr>
        <p:txBody>
          <a:bodyPr>
            <a:noAutofit/>
          </a:bodyPr>
          <a:lstStyle>
            <a:lvl1pPr marL="0" indent="0" algn="l">
              <a:lnSpc>
                <a:spcPct val="90000"/>
              </a:lnSpc>
              <a:spcAft>
                <a:spcPts val="0"/>
              </a:spcAft>
              <a:buNone/>
              <a:defRPr sz="3000" baseline="0">
                <a:solidFill>
                  <a:schemeClr val="bg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21" name="Text Placeholder 31"/>
          <p:cNvSpPr>
            <a:spLocks noGrp="1"/>
          </p:cNvSpPr>
          <p:nvPr>
            <p:ph type="body" sz="quarter" idx="10" hasCustomPrompt="1"/>
          </p:nvPr>
        </p:nvSpPr>
        <p:spPr bwMode="white">
          <a:xfrm>
            <a:off x="1402773" y="679824"/>
            <a:ext cx="3117273" cy="194236"/>
          </a:xfrm>
        </p:spPr>
        <p:txBody>
          <a:bodyPr/>
          <a:lstStyle>
            <a:lvl1pPr>
              <a:defRPr sz="1100">
                <a:solidFill>
                  <a:schemeClr val="bg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err="1"/>
              <a:t>www.pwc.com</a:t>
            </a:r>
            <a:endParaRPr lang="en-GB" noProof="0" dirty="0"/>
          </a:p>
        </p:txBody>
      </p:sp>
      <p:grpSp>
        <p:nvGrpSpPr>
          <p:cNvPr id="3" name="Group 59"/>
          <p:cNvGrpSpPr/>
          <p:nvPr/>
        </p:nvGrpSpPr>
        <p:grpSpPr>
          <a:xfrm>
            <a:off x="716973" y="8643471"/>
            <a:ext cx="685800" cy="776941"/>
            <a:chOff x="1051560" y="6781800"/>
            <a:chExt cx="1005840" cy="609600"/>
          </a:xfrm>
        </p:grpSpPr>
        <p:sp>
          <p:nvSpPr>
            <p:cNvPr id="19" name="Rectangle 37"/>
            <p:cNvSpPr>
              <a:spLocks noChangeArrowheads="1"/>
            </p:cNvSpPr>
            <p:nvPr userDrawn="1"/>
          </p:nvSpPr>
          <p:spPr bwMode="black">
            <a:xfrm>
              <a:off x="1648968" y="6781800"/>
              <a:ext cx="256032" cy="54864"/>
            </a:xfrm>
            <a:prstGeom prst="rect">
              <a:avLst/>
            </a:prstGeom>
            <a:solidFill>
              <a:srgbClr val="A10000"/>
            </a:solidFill>
            <a:ln w="0">
              <a:solidFill>
                <a:srgbClr val="A1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3" name="Freeform 7"/>
            <p:cNvSpPr>
              <a:spLocks noEditPoints="1"/>
            </p:cNvSpPr>
            <p:nvPr userDrawn="1"/>
          </p:nvSpPr>
          <p:spPr bwMode="black">
            <a:xfrm>
              <a:off x="1051560" y="7000790"/>
              <a:ext cx="1005840" cy="39061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grpSp>
        <p:nvGrpSpPr>
          <p:cNvPr id="16" name="Group 31"/>
          <p:cNvGrpSpPr/>
          <p:nvPr userDrawn="1"/>
        </p:nvGrpSpPr>
        <p:grpSpPr>
          <a:xfrm>
            <a:off x="291600" y="4092575"/>
            <a:ext cx="936000" cy="144000"/>
            <a:chOff x="489087" y="2521685"/>
            <a:chExt cx="1209752" cy="151219"/>
          </a:xfrm>
        </p:grpSpPr>
        <p:cxnSp>
          <p:nvCxnSpPr>
            <p:cNvPr id="17" name="Straight Connector 16"/>
            <p:cNvCxnSpPr/>
            <p:nvPr userDrawn="1"/>
          </p:nvCxnSpPr>
          <p:spPr>
            <a:xfrm rot="10800000">
              <a:off x="489087" y="2521686"/>
              <a:ext cx="1209752"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rot="5400000">
              <a:off x="413478" y="2597295"/>
              <a:ext cx="151219"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p:sp>
        <p:nvSpPr>
          <p:cNvPr id="22" name="Text Placeholder 34"/>
          <p:cNvSpPr>
            <a:spLocks noGrp="1"/>
          </p:cNvSpPr>
          <p:nvPr>
            <p:ph type="body" sz="quarter" idx="12" hasCustomPrompt="1"/>
          </p:nvPr>
        </p:nvSpPr>
        <p:spPr>
          <a:xfrm>
            <a:off x="381983" y="4168775"/>
            <a:ext cx="808642" cy="860425"/>
          </a:xfrm>
        </p:spPr>
        <p:txBody>
          <a:bodyPr/>
          <a:lstStyle>
            <a:lvl1pPr>
              <a:defRPr i="1"/>
            </a:lvl1pPr>
          </a:lstStyle>
          <a:p>
            <a:pPr lvl="0"/>
            <a:r>
              <a:rPr lang="en-US" dirty="0"/>
              <a:t>[Client]</a:t>
            </a:r>
          </a:p>
          <a:p>
            <a:pPr lvl="0"/>
            <a:r>
              <a:rPr lang="en-US" dirty="0"/>
              <a:t>[Month/year]</a:t>
            </a:r>
            <a:endParaRPr lang="en-GB" dirty="0"/>
          </a:p>
        </p:txBody>
      </p:sp>
    </p:spTree>
    <p:extLst>
      <p:ext uri="{BB962C8B-B14F-4D97-AF65-F5344CB8AC3E}">
        <p14:creationId xmlns:p14="http://schemas.microsoft.com/office/powerpoint/2010/main" val="37205017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sp>
        <p:nvSpPr>
          <p:cNvPr id="17"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3"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
        <p:nvSpPr>
          <p:cNvPr id="16" name="Text Placeholder 15"/>
          <p:cNvSpPr>
            <a:spLocks noGrp="1"/>
          </p:cNvSpPr>
          <p:nvPr>
            <p:ph type="body" sz="quarter" idx="17"/>
          </p:nvPr>
        </p:nvSpPr>
        <p:spPr>
          <a:xfrm>
            <a:off x="381001" y="2495550"/>
            <a:ext cx="2743200" cy="1295400"/>
          </a:xfrm>
        </p:spPr>
        <p:txBody>
          <a:bodyPr/>
          <a:lstStyle>
            <a:lvl1pPr algn="l">
              <a:defRPr sz="2000" b="1" i="1">
                <a:solidFill>
                  <a:schemeClr val="accent1"/>
                </a:solidFill>
              </a:defRPr>
            </a:lvl1pPr>
            <a:lvl2pPr>
              <a:defRPr sz="1800" b="1" i="1"/>
            </a:lvl2pPr>
            <a:lvl3pPr>
              <a:defRPr sz="1800" b="1" i="1"/>
            </a:lvl3pPr>
            <a:lvl4pPr>
              <a:defRPr sz="1800" b="1" i="1"/>
            </a:lvl4pPr>
            <a:lvl5pPr>
              <a:defRPr sz="1800" b="1" i="1"/>
            </a:lvl5pPr>
          </a:lstStyle>
          <a:p>
            <a:pPr lvl="0"/>
            <a:r>
              <a:rPr lang="en-US" dirty="0"/>
              <a:t>Click to edit Master text styles</a:t>
            </a:r>
            <a:endParaRPr lang="en-GB" dirty="0"/>
          </a:p>
        </p:txBody>
      </p:sp>
      <p:cxnSp>
        <p:nvCxnSpPr>
          <p:cNvPr id="10" name="Shape 9"/>
          <p:cNvCxnSpPr/>
          <p:nvPr userDrawn="1"/>
        </p:nvCxnSpPr>
        <p:spPr>
          <a:xfrm rot="5400000" flipH="1" flipV="1">
            <a:off x="1712734" y="931683"/>
            <a:ext cx="220132" cy="3060000"/>
          </a:xfrm>
          <a:prstGeom prst="bentConnector2">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 Placeholder 15"/>
          <p:cNvSpPr>
            <a:spLocks noGrp="1"/>
          </p:cNvSpPr>
          <p:nvPr>
            <p:ph type="body" sz="quarter" idx="18"/>
          </p:nvPr>
        </p:nvSpPr>
        <p:spPr>
          <a:xfrm>
            <a:off x="381001" y="1524000"/>
            <a:ext cx="914400" cy="685800"/>
          </a:xfrm>
        </p:spPr>
        <p:txBody>
          <a:bodyPr/>
          <a:lstStyle>
            <a:lvl1pPr algn="l">
              <a:defRPr sz="4800" b="1" i="0">
                <a:solidFill>
                  <a:schemeClr val="accent1"/>
                </a:solidFill>
              </a:defRPr>
            </a:lvl1pPr>
            <a:lvl2pPr>
              <a:defRPr sz="1800" b="1" i="1"/>
            </a:lvl2pPr>
            <a:lvl3pPr>
              <a:defRPr sz="1800" b="1" i="1"/>
            </a:lvl3pPr>
            <a:lvl4pPr>
              <a:defRPr sz="1800" b="1" i="1"/>
            </a:lvl4pPr>
            <a:lvl5pPr>
              <a:defRPr sz="1800" b="1" i="1"/>
            </a:lvl5pPr>
          </a:lstStyle>
          <a:p>
            <a:pPr lvl="0"/>
            <a:r>
              <a:rPr lang="en-US" dirty="0"/>
              <a:t>C</a:t>
            </a:r>
            <a:endParaRPr lang="en-GB" dirty="0"/>
          </a:p>
        </p:txBody>
      </p:sp>
    </p:spTree>
    <p:extLst>
      <p:ext uri="{BB962C8B-B14F-4D97-AF65-F5344CB8AC3E}">
        <p14:creationId xmlns:p14="http://schemas.microsoft.com/office/powerpoint/2010/main" val="268605450"/>
      </p:ext>
    </p:extLst>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Three_first page">
    <p:spTree>
      <p:nvGrpSpPr>
        <p:cNvPr id="1" name=""/>
        <p:cNvGrpSpPr/>
        <p:nvPr/>
      </p:nvGrpSpPr>
      <p:grpSpPr>
        <a:xfrm>
          <a:off x="0" y="0"/>
          <a:ext cx="0" cy="0"/>
          <a:chOff x="0" y="0"/>
          <a:chExt cx="0" cy="0"/>
        </a:xfrm>
      </p:grpSpPr>
      <p:sp>
        <p:nvSpPr>
          <p:cNvPr id="28" name="Content Placeholder 26"/>
          <p:cNvSpPr>
            <a:spLocks noGrp="1"/>
          </p:cNvSpPr>
          <p:nvPr>
            <p:ph sz="quarter" idx="14"/>
          </p:nvPr>
        </p:nvSpPr>
        <p:spPr>
          <a:xfrm>
            <a:off x="2476500" y="1524003"/>
            <a:ext cx="1920875" cy="7543797"/>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31" name="Content Placeholder 26"/>
          <p:cNvSpPr>
            <a:spLocks noGrp="1"/>
          </p:cNvSpPr>
          <p:nvPr>
            <p:ph sz="quarter" idx="15"/>
          </p:nvPr>
        </p:nvSpPr>
        <p:spPr>
          <a:xfrm>
            <a:off x="4562475" y="1524000"/>
            <a:ext cx="1914525" cy="7543799"/>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7"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3"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
        <p:nvSpPr>
          <p:cNvPr id="9" name="Rectangle 8"/>
          <p:cNvSpPr/>
          <p:nvPr userDrawn="1"/>
        </p:nvSpPr>
        <p:spPr bwMode="ltGray">
          <a:xfrm>
            <a:off x="0" y="1524000"/>
            <a:ext cx="2266950" cy="2757488"/>
          </a:xfrm>
          <a:prstGeom prst="rect">
            <a:avLst/>
          </a:prstGeom>
          <a:solidFill>
            <a:schemeClr val="tx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rgbClr val="FFFFFF"/>
              </a:solidFill>
              <a:latin typeface="Georgia" pitchFamily="18" charset="0"/>
            </a:endParaRPr>
          </a:p>
        </p:txBody>
      </p:sp>
      <p:sp>
        <p:nvSpPr>
          <p:cNvPr id="12" name="Content Placeholder 11"/>
          <p:cNvSpPr>
            <a:spLocks noGrp="1"/>
          </p:cNvSpPr>
          <p:nvPr>
            <p:ph sz="quarter" idx="16"/>
          </p:nvPr>
        </p:nvSpPr>
        <p:spPr>
          <a:xfrm>
            <a:off x="381000" y="4572000"/>
            <a:ext cx="1905000" cy="449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ext Placeholder 15"/>
          <p:cNvSpPr>
            <a:spLocks noGrp="1"/>
          </p:cNvSpPr>
          <p:nvPr>
            <p:ph type="body" sz="quarter" idx="17"/>
          </p:nvPr>
        </p:nvSpPr>
        <p:spPr>
          <a:xfrm>
            <a:off x="363538" y="2819400"/>
            <a:ext cx="1693862" cy="1295400"/>
          </a:xfrm>
        </p:spPr>
        <p:txBody>
          <a:bodyPr/>
          <a:lstStyle>
            <a:lvl1pPr algn="l">
              <a:defRPr sz="1800" b="1" i="1">
                <a:solidFill>
                  <a:schemeClr val="bg1"/>
                </a:solidFill>
              </a:defRPr>
            </a:lvl1pPr>
            <a:lvl2pPr>
              <a:defRPr sz="1800" b="1" i="1"/>
            </a:lvl2pPr>
            <a:lvl3pPr>
              <a:defRPr sz="1800" b="1" i="1"/>
            </a:lvl3pPr>
            <a:lvl4pPr>
              <a:defRPr sz="1800" b="1" i="1"/>
            </a:lvl4pPr>
            <a:lvl5pPr>
              <a:defRPr sz="1800" b="1" i="1"/>
            </a:lvl5pPr>
          </a:lstStyle>
          <a:p>
            <a:pPr lvl="0"/>
            <a:r>
              <a:rPr lang="en-US" dirty="0"/>
              <a:t>Click to edit Master text styles</a:t>
            </a:r>
            <a:endParaRPr lang="en-GB" dirty="0"/>
          </a:p>
        </p:txBody>
      </p:sp>
    </p:spTree>
    <p:extLst>
      <p:ext uri="{BB962C8B-B14F-4D97-AF65-F5344CB8AC3E}">
        <p14:creationId xmlns:p14="http://schemas.microsoft.com/office/powerpoint/2010/main" val="1693286705"/>
      </p:ext>
    </p:extLst>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ontent: Three">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190499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1524000"/>
            <a:ext cx="1920875" cy="36576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4562475" y="1523996"/>
            <a:ext cx="1914525" cy="3657601"/>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
        <p:nvSpPr>
          <p:cNvPr id="7" name="Content Placeholder 26"/>
          <p:cNvSpPr>
            <a:spLocks noGrp="1"/>
          </p:cNvSpPr>
          <p:nvPr>
            <p:ph sz="quarter" idx="16"/>
          </p:nvPr>
        </p:nvSpPr>
        <p:spPr>
          <a:xfrm>
            <a:off x="2476500" y="5410201"/>
            <a:ext cx="1920875" cy="36576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6"/>
          <p:cNvSpPr>
            <a:spLocks noGrp="1"/>
          </p:cNvSpPr>
          <p:nvPr>
            <p:ph sz="quarter" idx="17"/>
          </p:nvPr>
        </p:nvSpPr>
        <p:spPr>
          <a:xfrm>
            <a:off x="4562475" y="5410197"/>
            <a:ext cx="1914525" cy="3657601"/>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Tree>
    <p:extLst>
      <p:ext uri="{BB962C8B-B14F-4D97-AF65-F5344CB8AC3E}">
        <p14:creationId xmlns:p14="http://schemas.microsoft.com/office/powerpoint/2010/main" val="649121431"/>
      </p:ext>
    </p:extLst>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Three">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190499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1523999"/>
            <a:ext cx="1920875" cy="754380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4562475" y="1523996"/>
            <a:ext cx="1914525"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666439500"/>
      </p:ext>
    </p:extLst>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Two">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291464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3547776" y="1523996"/>
            <a:ext cx="2929224"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3200121520"/>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ppendix: Two columns">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291464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3547776" y="1523996"/>
            <a:ext cx="2929224"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3960234758"/>
      </p:ext>
    </p:extLst>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ppendix: CV">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2914650"/>
            <a:ext cx="1676399" cy="615315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2914649"/>
            <a:ext cx="4000500" cy="615315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8"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1813047807"/>
      </p:ext>
    </p:extLst>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ppendix: CV (page 2)">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2914650"/>
            <a:ext cx="2914649" cy="615315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3547776" y="2914646"/>
            <a:ext cx="2929224" cy="6153153"/>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381055747"/>
      </p:ext>
    </p:extLst>
  </p:cSld>
  <p:clrMapOvr>
    <a:masterClrMapping/>
  </p:clrMapOvr>
  <p:hf hdr="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ppendix: Three columns">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190499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1523999"/>
            <a:ext cx="1920875" cy="754380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4562475" y="1523996"/>
            <a:ext cx="1914525"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8"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1059369652"/>
      </p:ext>
    </p:extLst>
  </p:cSld>
  <p:clrMapOvr>
    <a:masterClrMapping/>
  </p:clrMapOvr>
  <p:hf hdr="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One with Impact">
    <p:spTree>
      <p:nvGrpSpPr>
        <p:cNvPr id="1" name=""/>
        <p:cNvGrpSpPr/>
        <p:nvPr/>
      </p:nvGrpSpPr>
      <p:grpSpPr>
        <a:xfrm>
          <a:off x="0" y="0"/>
          <a:ext cx="0" cy="0"/>
          <a:chOff x="0" y="0"/>
          <a:chExt cx="0" cy="0"/>
        </a:xfrm>
      </p:grpSpPr>
      <p:sp>
        <p:nvSpPr>
          <p:cNvPr id="2" name="Title 1"/>
          <p:cNvSpPr>
            <a:spLocks noGrp="1"/>
          </p:cNvSpPr>
          <p:nvPr>
            <p:ph type="title"/>
          </p:nvPr>
        </p:nvSpPr>
        <p:spPr>
          <a:xfrm>
            <a:off x="2441863" y="1456764"/>
            <a:ext cx="4052455" cy="1165413"/>
          </a:xfrm>
        </p:spPr>
        <p:txBody>
          <a:bodyPr/>
          <a:lstStyle>
            <a:lvl1pPr>
              <a:defRPr/>
            </a:lvl1pPr>
          </a:lstStyle>
          <a:p>
            <a:r>
              <a:rPr lang="en-GB" noProof="1"/>
              <a:t>Click to edit Master title style</a:t>
            </a:r>
          </a:p>
        </p:txBody>
      </p:sp>
      <p:sp>
        <p:nvSpPr>
          <p:cNvPr id="31" name="Content Placeholder 26"/>
          <p:cNvSpPr>
            <a:spLocks noGrp="1"/>
          </p:cNvSpPr>
          <p:nvPr>
            <p:ph sz="quarter" idx="15"/>
          </p:nvPr>
        </p:nvSpPr>
        <p:spPr>
          <a:xfrm>
            <a:off x="2441863" y="2816414"/>
            <a:ext cx="4052455" cy="5632823"/>
          </a:xfrm>
        </p:spPr>
        <p:txBody>
          <a:bodyPr/>
          <a:lstStyle>
            <a:lvl1pPr>
              <a:defRPr baseline="0"/>
            </a:lvl1pPr>
          </a:lstStyle>
          <a:p>
            <a:pPr lvl="0"/>
            <a:r>
              <a:rPr lang="en-GB" noProof="1"/>
              <a:t>Click to edit Master text styles</a:t>
            </a:r>
          </a:p>
          <a:p>
            <a:pPr lvl="1"/>
            <a:r>
              <a:rPr lang="en-GB" noProof="1"/>
              <a:t>Second level</a:t>
            </a:r>
          </a:p>
          <a:p>
            <a:pPr lvl="2"/>
            <a:r>
              <a:rPr lang="en-GB" noProof="1"/>
              <a:t>Third level</a:t>
            </a:r>
          </a:p>
          <a:p>
            <a:pPr lvl="3"/>
            <a:r>
              <a:rPr lang="en-GB" noProof="1"/>
              <a:t>Fourth level</a:t>
            </a:r>
          </a:p>
          <a:p>
            <a:pPr lvl="4"/>
            <a:r>
              <a:rPr lang="en-GB" noProof="1"/>
              <a:t>Fifth level</a:t>
            </a:r>
          </a:p>
        </p:txBody>
      </p:sp>
      <p:sp>
        <p:nvSpPr>
          <p:cNvPr id="12" name="Text Placeholder 11"/>
          <p:cNvSpPr>
            <a:spLocks noGrp="1"/>
          </p:cNvSpPr>
          <p:nvPr>
            <p:ph type="body" sz="quarter" idx="16"/>
          </p:nvPr>
        </p:nvSpPr>
        <p:spPr>
          <a:xfrm>
            <a:off x="363682" y="2816412"/>
            <a:ext cx="1974273" cy="2719294"/>
          </a:xfrm>
        </p:spPr>
        <p:txBody>
          <a:bodyPr/>
          <a:lstStyle>
            <a:lvl1pPr>
              <a:defRPr sz="1900" b="1" i="1" baseline="0">
                <a:solidFill>
                  <a:schemeClr val="tx2"/>
                </a:solidFill>
              </a:defRPr>
            </a:lvl1pPr>
          </a:lstStyle>
          <a:p>
            <a:pPr lvl="0"/>
            <a:r>
              <a:rPr lang="en-GB" noProof="1"/>
              <a:t>Click to edit Master text styles</a:t>
            </a:r>
          </a:p>
        </p:txBody>
      </p:sp>
      <p:cxnSp>
        <p:nvCxnSpPr>
          <p:cNvPr id="30" name="Shape 29"/>
          <p:cNvCxnSpPr/>
          <p:nvPr/>
        </p:nvCxnSpPr>
        <p:spPr>
          <a:xfrm rot="5400000" flipH="1" flipV="1">
            <a:off x="4307110" y="-609506"/>
            <a:ext cx="220132" cy="4158442"/>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
        <p:nvSpPr>
          <p:cNvPr id="15"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18166971"/>
      </p:ext>
    </p:extLst>
  </p:cSld>
  <p:clrMapOvr>
    <a:masterClrMapping/>
  </p:clrMapOvr>
  <p:hf hdr="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Title with Footers">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4"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
        <p:nvSpPr>
          <p:cNvPr id="10"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1"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12"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1200067717"/>
      </p:ext>
    </p:extLst>
  </p:cSld>
  <p:clrMapOvr>
    <a:masterClrMapping/>
  </p:clrMapOvr>
  <p:hf hdr="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Title Only">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4"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7440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 One">
    <p:spTree>
      <p:nvGrpSpPr>
        <p:cNvPr id="1" name=""/>
        <p:cNvGrpSpPr/>
        <p:nvPr/>
      </p:nvGrpSpPr>
      <p:grpSpPr>
        <a:xfrm>
          <a:off x="0" y="0"/>
          <a:ext cx="0" cy="0"/>
          <a:chOff x="0" y="0"/>
          <a:chExt cx="0" cy="0"/>
        </a:xfrm>
      </p:grpSpPr>
      <p:sp>
        <p:nvSpPr>
          <p:cNvPr id="16"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Content Placeholder 18"/>
          <p:cNvSpPr>
            <a:spLocks noGrp="1"/>
          </p:cNvSpPr>
          <p:nvPr>
            <p:ph sz="quarter" idx="10"/>
          </p:nvPr>
        </p:nvSpPr>
        <p:spPr>
          <a:xfrm>
            <a:off x="363682" y="2816414"/>
            <a:ext cx="6130637" cy="5632823"/>
          </a:xfrm>
        </p:spPr>
        <p:txBody>
          <a:bodyPr/>
          <a:lstStyle>
            <a:lvl5pPr>
              <a:defRPr/>
            </a:lvl5pPr>
            <a:lvl6pPr>
              <a:defRPr/>
            </a:lvl6pPr>
            <a:lvl7pPr>
              <a:defRPr/>
            </a:lvl7pPr>
            <a:lvl8pPr>
              <a:defRPr/>
            </a:lvl8pPr>
            <a:lvl9pPr>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cxnSp>
        <p:nvCxnSpPr>
          <p:cNvPr id="25"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
        <p:nvSpPr>
          <p:cNvPr id="10"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2"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9"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4142619165"/>
      </p:ext>
    </p:extLst>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917933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with Footers">
    <p:spTree>
      <p:nvGrpSpPr>
        <p:cNvPr id="1" name=""/>
        <p:cNvGrpSpPr/>
        <p:nvPr/>
      </p:nvGrpSpPr>
      <p:grpSpPr>
        <a:xfrm>
          <a:off x="0" y="0"/>
          <a:ext cx="0" cy="0"/>
          <a:chOff x="0" y="0"/>
          <a:chExt cx="0" cy="0"/>
        </a:xfrm>
      </p:grpSpPr>
      <p:sp>
        <p:nvSpPr>
          <p:cNvPr id="10"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
        <p:nvSpPr>
          <p:cNvPr id="7"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1"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8"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3149146021"/>
      </p:ext>
    </p:extLst>
  </p:cSld>
  <p:clrMapOvr>
    <a:masterClrMapping/>
  </p:clrMapOvr>
  <p:hf hdr="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Key point">
    <p:bg>
      <p:bgPr>
        <a:solidFill>
          <a:schemeClr val="bg1"/>
        </a:solidFill>
        <a:effectLst/>
      </p:bgPr>
    </p:bg>
    <p:spTree>
      <p:nvGrpSpPr>
        <p:cNvPr id="1" name=""/>
        <p:cNvGrpSpPr/>
        <p:nvPr/>
      </p:nvGrpSpPr>
      <p:grpSpPr>
        <a:xfrm>
          <a:off x="0" y="0"/>
          <a:ext cx="0" cy="0"/>
          <a:chOff x="0" y="0"/>
          <a:chExt cx="0" cy="0"/>
        </a:xfrm>
      </p:grpSpPr>
      <p:sp>
        <p:nvSpPr>
          <p:cNvPr id="15" name="Content Placeholder 26"/>
          <p:cNvSpPr>
            <a:spLocks noGrp="1"/>
          </p:cNvSpPr>
          <p:nvPr>
            <p:ph sz="quarter" idx="15"/>
          </p:nvPr>
        </p:nvSpPr>
        <p:spPr>
          <a:xfrm>
            <a:off x="363682" y="2816414"/>
            <a:ext cx="6130637" cy="5632823"/>
          </a:xfrm>
        </p:spPr>
        <p:txBody>
          <a:bodyPr/>
          <a:lstStyle>
            <a:lvl1pPr>
              <a:defRPr sz="3000" baseline="0">
                <a:solidFill>
                  <a:schemeClr val="tx2"/>
                </a:solidFill>
              </a:defRPr>
            </a:lvl1pPr>
            <a:lvl2pPr>
              <a:buClr>
                <a:schemeClr val="tx2"/>
              </a:buClr>
              <a:defRPr sz="3000">
                <a:solidFill>
                  <a:schemeClr val="tx2"/>
                </a:solidFill>
              </a:defRPr>
            </a:lvl2pPr>
            <a:lvl3pPr>
              <a:buClr>
                <a:schemeClr val="tx2"/>
              </a:buClr>
              <a:defRPr sz="3000">
                <a:solidFill>
                  <a:schemeClr val="tx2"/>
                </a:solidFill>
              </a:defRPr>
            </a:lvl3pPr>
            <a:lvl4pPr>
              <a:buClr>
                <a:schemeClr val="tx2"/>
              </a:buClr>
              <a:defRPr sz="3000">
                <a:solidFill>
                  <a:schemeClr val="tx2"/>
                </a:solidFill>
              </a:defRPr>
            </a:lvl4pPr>
            <a:lvl5pPr>
              <a:buClr>
                <a:schemeClr val="tx2"/>
              </a:buClr>
              <a:defRPr sz="3000">
                <a:solidFill>
                  <a:schemeClr val="tx2"/>
                </a:solidFill>
              </a:defRPr>
            </a:lvl5pPr>
            <a:lvl6pPr>
              <a:buClr>
                <a:schemeClr val="tx2"/>
              </a:buClr>
              <a:defRPr sz="3400" baseline="0">
                <a:solidFill>
                  <a:schemeClr val="tx2"/>
                </a:solidFill>
              </a:defRPr>
            </a:lvl6pPr>
            <a:lvl7pPr>
              <a:buClr>
                <a:schemeClr val="tx2"/>
              </a:buClr>
              <a:buAutoNum type="alphaLcPeriod"/>
              <a:defRPr sz="3400" baseline="0">
                <a:solidFill>
                  <a:schemeClr val="tx2"/>
                </a:solidFill>
              </a:defRPr>
            </a:lvl7pPr>
            <a:lvl8pPr>
              <a:buClr>
                <a:schemeClr val="tx2"/>
              </a:buClr>
              <a:buNone/>
              <a:defRPr sz="3400">
                <a:solidFill>
                  <a:schemeClr val="tx2"/>
                </a:solidFill>
              </a:defRPr>
            </a:lvl8pPr>
            <a:lvl9pPr>
              <a:defRPr sz="3400"/>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16"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7"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
        <p:nvSpPr>
          <p:cNvPr id="9"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3956301682"/>
      </p:ext>
    </p:extLst>
  </p:cSld>
  <p:clrMapOvr>
    <a:masterClrMapping/>
  </p:clrMapOvr>
  <p:hf hdr="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Key point Colour">
    <p:bg>
      <p:bgPr>
        <a:solidFill>
          <a:schemeClr val="tx2"/>
        </a:solidFill>
        <a:effectLst/>
      </p:bgPr>
    </p:bg>
    <p:spTree>
      <p:nvGrpSpPr>
        <p:cNvPr id="1" name=""/>
        <p:cNvGrpSpPr/>
        <p:nvPr/>
      </p:nvGrpSpPr>
      <p:grpSpPr>
        <a:xfrm>
          <a:off x="0" y="0"/>
          <a:ext cx="0" cy="0"/>
          <a:chOff x="0" y="0"/>
          <a:chExt cx="0" cy="0"/>
        </a:xfrm>
      </p:grpSpPr>
      <p:sp>
        <p:nvSpPr>
          <p:cNvPr id="15" name="Content Placeholder 26"/>
          <p:cNvSpPr>
            <a:spLocks noGrp="1"/>
          </p:cNvSpPr>
          <p:nvPr>
            <p:ph sz="quarter" idx="15"/>
          </p:nvPr>
        </p:nvSpPr>
        <p:spPr>
          <a:xfrm>
            <a:off x="363682" y="2816414"/>
            <a:ext cx="6130637" cy="5632823"/>
          </a:xfrm>
        </p:spPr>
        <p:txBody>
          <a:bodyPr/>
          <a:lstStyle>
            <a:lvl1pPr>
              <a:defRPr sz="3000" baseline="0">
                <a:solidFill>
                  <a:schemeClr val="bg1"/>
                </a:solidFill>
              </a:defRPr>
            </a:lvl1pPr>
            <a:lvl2pPr>
              <a:buClr>
                <a:schemeClr val="bg1"/>
              </a:buClr>
              <a:defRPr sz="3000">
                <a:solidFill>
                  <a:schemeClr val="bg1"/>
                </a:solidFill>
              </a:defRPr>
            </a:lvl2pPr>
            <a:lvl3pPr>
              <a:buClr>
                <a:schemeClr val="tx2"/>
              </a:buClr>
              <a:defRPr sz="3000">
                <a:solidFill>
                  <a:schemeClr val="bg1"/>
                </a:solidFill>
              </a:defRPr>
            </a:lvl3pPr>
            <a:lvl4pPr>
              <a:buClr>
                <a:schemeClr val="bg1"/>
              </a:buClr>
              <a:defRPr sz="3000">
                <a:solidFill>
                  <a:schemeClr val="bg1"/>
                </a:solidFill>
              </a:defRPr>
            </a:lvl4pPr>
            <a:lvl5pPr>
              <a:buClr>
                <a:schemeClr val="bg1"/>
              </a:buClr>
              <a:defRPr sz="3000">
                <a:solidFill>
                  <a:schemeClr val="bg1"/>
                </a:solidFill>
              </a:defRPr>
            </a:lvl5pPr>
            <a:lvl6pPr>
              <a:buClr>
                <a:schemeClr val="bg1"/>
              </a:buClr>
              <a:defRPr sz="3000" baseline="0">
                <a:solidFill>
                  <a:schemeClr val="bg1"/>
                </a:solidFill>
              </a:defRPr>
            </a:lvl6pPr>
            <a:lvl7pPr>
              <a:buClr>
                <a:schemeClr val="bg1"/>
              </a:buClr>
              <a:buAutoNum type="alphaLcPeriod"/>
              <a:defRPr sz="3000" baseline="0">
                <a:solidFill>
                  <a:schemeClr val="bg1"/>
                </a:solidFill>
              </a:defRPr>
            </a:lvl7pPr>
            <a:lvl8pPr marL="644645" indent="-214882">
              <a:buClr>
                <a:schemeClr val="bg1"/>
              </a:buClr>
              <a:buFont typeface="+mj-lt"/>
              <a:buAutoNum type="romanLcPeriod"/>
              <a:defRPr sz="3000">
                <a:solidFill>
                  <a:schemeClr val="bg1"/>
                </a:solidFill>
              </a:defRPr>
            </a:lvl8pPr>
            <a:lvl9pPr>
              <a:defRPr sz="3000">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16"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lvl1pPr>
              <a:defRPr>
                <a:solidFill>
                  <a:schemeClr val="bg1"/>
                </a:solidFill>
              </a:defRPr>
            </a:lvl1pPr>
          </a:lstStyle>
          <a:p>
            <a:r>
              <a:rPr lang="en-GB" noProof="0"/>
              <a:t>Click to edit Master title style</a:t>
            </a:r>
            <a:endParaRPr lang="en-GB" noProof="0" dirty="0"/>
          </a:p>
        </p:txBody>
      </p:sp>
      <p:cxnSp>
        <p:nvCxnSpPr>
          <p:cNvPr id="17" name="Shape 24"/>
          <p:cNvCxnSpPr/>
          <p:nvPr/>
        </p:nvCxnSpPr>
        <p:spPr>
          <a:xfrm flipV="1">
            <a:off x="259774"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endParaRPr lang="en-GB">
              <a:solidFill>
                <a:srgbClr val="FFFFFF"/>
              </a:solidFill>
            </a:endParaRPr>
          </a:p>
        </p:txBody>
      </p:sp>
      <p:sp>
        <p:nvSpPr>
          <p:cNvPr id="9"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solidFill>
                  <a:srgbClr val="FFFFFF"/>
                </a:solidFill>
              </a:rPr>
              <a:pPr/>
              <a:t>‹#›</a:t>
            </a:fld>
            <a:endParaRPr lang="en-GB">
              <a:solidFill>
                <a:srgbClr val="FFFFFF"/>
              </a:solidFill>
            </a:endParaRPr>
          </a:p>
        </p:txBody>
      </p:sp>
      <p:sp>
        <p:nvSpPr>
          <p:cNvPr id="10"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solidFill>
                  <a:srgbClr val="FFFFFF"/>
                </a:solidFill>
              </a:rPr>
              <a:t>July 2013</a:t>
            </a:r>
            <a:endParaRPr lang="en-GB" dirty="0">
              <a:solidFill>
                <a:srgbClr val="FFFFFF"/>
              </a:solidFill>
            </a:endParaRPr>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FFFFFF"/>
                </a:solidFill>
                <a:cs typeface="Arial" pitchFamily="34" charset="0"/>
              </a:rPr>
              <a:t>PwC</a:t>
            </a:r>
          </a:p>
        </p:txBody>
      </p:sp>
    </p:spTree>
    <p:extLst>
      <p:ext uri="{BB962C8B-B14F-4D97-AF65-F5344CB8AC3E}">
        <p14:creationId xmlns:p14="http://schemas.microsoft.com/office/powerpoint/2010/main" val="4003239190"/>
      </p:ext>
    </p:extLst>
  </p:cSld>
  <p:clrMapOvr>
    <a:masterClrMapping/>
  </p:clrMapOvr>
  <p:hf hdr="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363682" y="1651001"/>
            <a:ext cx="6130637" cy="582706"/>
          </a:xfrm>
        </p:spPr>
        <p:txBody>
          <a:bodyPr anchor="t" anchorCtr="0">
            <a:noAutofit/>
          </a:bodyPr>
          <a:lstStyle>
            <a:lvl1pPr>
              <a:lnSpc>
                <a:spcPct val="90000"/>
              </a:lnSpc>
              <a:defRPr sz="3000">
                <a:solidFill>
                  <a:schemeClr val="tx1"/>
                </a:solidFill>
              </a:defRPr>
            </a:lvl1pPr>
          </a:lstStyle>
          <a:p>
            <a:r>
              <a:rPr lang="en-GB" noProof="0"/>
              <a:t>Click to edit Master title style</a:t>
            </a:r>
            <a:endParaRPr lang="en-GB" noProof="0" dirty="0"/>
          </a:p>
        </p:txBody>
      </p:sp>
      <p:sp>
        <p:nvSpPr>
          <p:cNvPr id="58" name="Subtitle 2"/>
          <p:cNvSpPr>
            <a:spLocks noGrp="1"/>
          </p:cNvSpPr>
          <p:nvPr>
            <p:ph type="subTitle" idx="1"/>
          </p:nvPr>
        </p:nvSpPr>
        <p:spPr bwMode="black">
          <a:xfrm>
            <a:off x="363682" y="2233706"/>
            <a:ext cx="6130637" cy="582706"/>
          </a:xfrm>
        </p:spPr>
        <p:txBody>
          <a:bodyPr>
            <a:noAutofit/>
          </a:bodyPr>
          <a:lstStyle>
            <a:lvl1pPr marL="0" indent="0" algn="l">
              <a:lnSpc>
                <a:spcPct val="90000"/>
              </a:lnSpc>
              <a:buNone/>
              <a:defRPr sz="3000">
                <a:solidFill>
                  <a:schemeClr val="tx1"/>
                </a:solidFill>
              </a:defRPr>
            </a:lvl1pPr>
            <a:lvl2pPr marL="478842" indent="0" algn="ctr">
              <a:buNone/>
              <a:defRPr>
                <a:solidFill>
                  <a:schemeClr val="tx1">
                    <a:tint val="75000"/>
                  </a:schemeClr>
                </a:solidFill>
              </a:defRPr>
            </a:lvl2pPr>
            <a:lvl3pPr marL="957685" indent="0" algn="ctr">
              <a:buNone/>
              <a:defRPr>
                <a:solidFill>
                  <a:schemeClr val="tx1">
                    <a:tint val="75000"/>
                  </a:schemeClr>
                </a:solidFill>
              </a:defRPr>
            </a:lvl3pPr>
            <a:lvl4pPr marL="1436527" indent="0" algn="ctr">
              <a:buNone/>
              <a:defRPr>
                <a:solidFill>
                  <a:schemeClr val="tx1">
                    <a:tint val="75000"/>
                  </a:schemeClr>
                </a:solidFill>
              </a:defRPr>
            </a:lvl4pPr>
            <a:lvl5pPr marL="1915370" indent="0" algn="ctr">
              <a:buNone/>
              <a:defRPr>
                <a:solidFill>
                  <a:schemeClr val="tx1">
                    <a:tint val="75000"/>
                  </a:schemeClr>
                </a:solidFill>
              </a:defRPr>
            </a:lvl5pPr>
            <a:lvl6pPr marL="2394213" indent="0" algn="ctr">
              <a:buNone/>
              <a:defRPr>
                <a:solidFill>
                  <a:schemeClr val="tx1">
                    <a:tint val="75000"/>
                  </a:schemeClr>
                </a:solidFill>
              </a:defRPr>
            </a:lvl6pPr>
            <a:lvl7pPr marL="2873055" indent="0" algn="ctr">
              <a:buNone/>
              <a:defRPr>
                <a:solidFill>
                  <a:schemeClr val="tx1">
                    <a:tint val="75000"/>
                  </a:schemeClr>
                </a:solidFill>
              </a:defRPr>
            </a:lvl7pPr>
            <a:lvl8pPr marL="3351897" indent="0" algn="ctr">
              <a:buNone/>
              <a:defRPr>
                <a:solidFill>
                  <a:schemeClr val="tx1">
                    <a:tint val="75000"/>
                  </a:schemeClr>
                </a:solidFill>
              </a:defRPr>
            </a:lvl8pPr>
            <a:lvl9pPr marL="3830739" indent="0" algn="ctr">
              <a:buNone/>
              <a:defRPr>
                <a:solidFill>
                  <a:schemeClr val="tx1">
                    <a:tint val="75000"/>
                  </a:schemeClr>
                </a:solidFill>
              </a:defRPr>
            </a:lvl9pPr>
          </a:lstStyle>
          <a:p>
            <a:r>
              <a:rPr lang="en-GB" noProof="0"/>
              <a:t>Click to edit Master subtitle style</a:t>
            </a:r>
            <a:endParaRPr lang="en-GB" noProof="0" dirty="0"/>
          </a:p>
        </p:txBody>
      </p:sp>
      <p:cxnSp>
        <p:nvCxnSpPr>
          <p:cNvPr id="9"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dirty="0">
              <a:solidFill>
                <a:srgbClr val="000000"/>
              </a:solidFill>
            </a:endParaRPr>
          </a:p>
        </p:txBody>
      </p:sp>
      <p:sp>
        <p:nvSpPr>
          <p:cNvPr id="11"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2"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13"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2833702279"/>
      </p:ext>
    </p:extLst>
  </p:cSld>
  <p:clrMapOvr>
    <a:masterClrMapping/>
  </p:clrMapOvr>
  <p:hf hdr="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Divider: Colour">
    <p:bg>
      <p:bgPr>
        <a:solidFill>
          <a:schemeClr val="tx2"/>
        </a:solidFill>
        <a:effectLst/>
      </p:bgPr>
    </p:bg>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363682" y="1651001"/>
            <a:ext cx="6130637" cy="582706"/>
          </a:xfrm>
        </p:spPr>
        <p:txBody>
          <a:bodyPr anchor="t" anchorCtr="0">
            <a:noAutofit/>
          </a:bodyPr>
          <a:lstStyle>
            <a:lvl1pPr>
              <a:lnSpc>
                <a:spcPct val="90000"/>
              </a:lnSpc>
              <a:defRPr sz="3000">
                <a:solidFill>
                  <a:schemeClr val="bg1"/>
                </a:solidFill>
                <a:latin typeface="+mj-lt"/>
              </a:defRPr>
            </a:lvl1pPr>
          </a:lstStyle>
          <a:p>
            <a:r>
              <a:rPr lang="en-GB" noProof="0"/>
              <a:t>Click to edit Master title style</a:t>
            </a:r>
            <a:endParaRPr lang="en-GB" noProof="0" dirty="0"/>
          </a:p>
        </p:txBody>
      </p:sp>
      <p:sp>
        <p:nvSpPr>
          <p:cNvPr id="58" name="Subtitle 2"/>
          <p:cNvSpPr>
            <a:spLocks noGrp="1"/>
          </p:cNvSpPr>
          <p:nvPr>
            <p:ph type="subTitle" idx="1"/>
          </p:nvPr>
        </p:nvSpPr>
        <p:spPr bwMode="black">
          <a:xfrm>
            <a:off x="363682" y="2233706"/>
            <a:ext cx="6130637" cy="582706"/>
          </a:xfrm>
        </p:spPr>
        <p:txBody>
          <a:bodyPr>
            <a:noAutofit/>
          </a:bodyPr>
          <a:lstStyle>
            <a:lvl1pPr marL="0" indent="0" algn="l">
              <a:lnSpc>
                <a:spcPct val="90000"/>
              </a:lnSpc>
              <a:buNone/>
              <a:defRPr sz="3000">
                <a:solidFill>
                  <a:schemeClr val="bg1"/>
                </a:solidFill>
                <a:latin typeface="+mj-lt"/>
              </a:defRPr>
            </a:lvl1pPr>
            <a:lvl2pPr marL="478842" indent="0" algn="ctr">
              <a:buNone/>
              <a:defRPr>
                <a:solidFill>
                  <a:schemeClr val="tx1">
                    <a:tint val="75000"/>
                  </a:schemeClr>
                </a:solidFill>
              </a:defRPr>
            </a:lvl2pPr>
            <a:lvl3pPr marL="957685" indent="0" algn="ctr">
              <a:buNone/>
              <a:defRPr>
                <a:solidFill>
                  <a:schemeClr val="tx1">
                    <a:tint val="75000"/>
                  </a:schemeClr>
                </a:solidFill>
              </a:defRPr>
            </a:lvl3pPr>
            <a:lvl4pPr marL="1436527" indent="0" algn="ctr">
              <a:buNone/>
              <a:defRPr>
                <a:solidFill>
                  <a:schemeClr val="tx1">
                    <a:tint val="75000"/>
                  </a:schemeClr>
                </a:solidFill>
              </a:defRPr>
            </a:lvl4pPr>
            <a:lvl5pPr marL="1915370" indent="0" algn="ctr">
              <a:buNone/>
              <a:defRPr>
                <a:solidFill>
                  <a:schemeClr val="tx1">
                    <a:tint val="75000"/>
                  </a:schemeClr>
                </a:solidFill>
              </a:defRPr>
            </a:lvl5pPr>
            <a:lvl6pPr marL="2394213" indent="0" algn="ctr">
              <a:buNone/>
              <a:defRPr>
                <a:solidFill>
                  <a:schemeClr val="tx1">
                    <a:tint val="75000"/>
                  </a:schemeClr>
                </a:solidFill>
              </a:defRPr>
            </a:lvl6pPr>
            <a:lvl7pPr marL="2873055" indent="0" algn="ctr">
              <a:buNone/>
              <a:defRPr>
                <a:solidFill>
                  <a:schemeClr val="tx1">
                    <a:tint val="75000"/>
                  </a:schemeClr>
                </a:solidFill>
              </a:defRPr>
            </a:lvl7pPr>
            <a:lvl8pPr marL="3351897" indent="0" algn="ctr">
              <a:buNone/>
              <a:defRPr>
                <a:solidFill>
                  <a:schemeClr val="tx1">
                    <a:tint val="75000"/>
                  </a:schemeClr>
                </a:solidFill>
              </a:defRPr>
            </a:lvl8pPr>
            <a:lvl9pPr marL="3830739" indent="0" algn="ctr">
              <a:buNone/>
              <a:defRPr>
                <a:solidFill>
                  <a:schemeClr val="tx1">
                    <a:tint val="75000"/>
                  </a:schemeClr>
                </a:solidFill>
              </a:defRPr>
            </a:lvl9pPr>
          </a:lstStyle>
          <a:p>
            <a:r>
              <a:rPr lang="en-GB" noProof="0"/>
              <a:t>Click to edit Master subtitle style</a:t>
            </a:r>
            <a:endParaRPr lang="en-GB" noProof="0" dirty="0"/>
          </a:p>
        </p:txBody>
      </p:sp>
      <p:cxnSp>
        <p:nvCxnSpPr>
          <p:cNvPr id="9" name="Shape 24"/>
          <p:cNvCxnSpPr/>
          <p:nvPr/>
        </p:nvCxnSpPr>
        <p:spPr>
          <a:xfrm flipV="1">
            <a:off x="259774"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endParaRPr lang="en-GB">
              <a:solidFill>
                <a:srgbClr val="FFFFFF"/>
              </a:solidFill>
            </a:endParaRPr>
          </a:p>
        </p:txBody>
      </p:sp>
      <p:sp>
        <p:nvSpPr>
          <p:cNvPr id="16"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solidFill>
                  <a:srgbClr val="FFFFFF"/>
                </a:solidFill>
              </a:rPr>
              <a:pPr/>
              <a:t>‹#›</a:t>
            </a:fld>
            <a:endParaRPr lang="en-GB">
              <a:solidFill>
                <a:srgbClr val="FFFFFF"/>
              </a:solidFill>
            </a:endParaRPr>
          </a:p>
        </p:txBody>
      </p:sp>
      <p:sp>
        <p:nvSpPr>
          <p:cNvPr id="17"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solidFill>
                  <a:srgbClr val="FFFFFF"/>
                </a:solidFill>
              </a:rPr>
              <a:t>July 2013</a:t>
            </a:r>
            <a:endParaRPr lang="en-GB" dirty="0">
              <a:solidFill>
                <a:srgbClr val="FFFFFF"/>
              </a:solidFill>
            </a:endParaRPr>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FFFFFF"/>
                </a:solidFill>
                <a:cs typeface="Arial" pitchFamily="34" charset="0"/>
              </a:rPr>
              <a:t>PwC</a:t>
            </a:r>
          </a:p>
        </p:txBody>
      </p:sp>
    </p:spTree>
    <p:extLst>
      <p:ext uri="{BB962C8B-B14F-4D97-AF65-F5344CB8AC3E}">
        <p14:creationId xmlns:p14="http://schemas.microsoft.com/office/powerpoint/2010/main" val="2959678411"/>
      </p:ext>
    </p:extLst>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Divider: Colour with Content">
    <p:bg>
      <p:bgPr>
        <a:solidFill>
          <a:schemeClr val="tx2"/>
        </a:solidFill>
        <a:effectLst/>
      </p:bgPr>
    </p:bg>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363682" y="1651001"/>
            <a:ext cx="6130637" cy="582706"/>
          </a:xfrm>
        </p:spPr>
        <p:txBody>
          <a:bodyPr anchor="t" anchorCtr="0">
            <a:noAutofit/>
          </a:bodyPr>
          <a:lstStyle>
            <a:lvl1pPr>
              <a:lnSpc>
                <a:spcPct val="90000"/>
              </a:lnSpc>
              <a:defRPr sz="3000">
                <a:solidFill>
                  <a:schemeClr val="bg1"/>
                </a:solidFill>
                <a:latin typeface="+mj-lt"/>
              </a:defRPr>
            </a:lvl1pPr>
          </a:lstStyle>
          <a:p>
            <a:r>
              <a:rPr lang="en-GB" noProof="0"/>
              <a:t>Click to edit Master title style</a:t>
            </a:r>
            <a:endParaRPr lang="en-GB" noProof="0" dirty="0"/>
          </a:p>
        </p:txBody>
      </p:sp>
      <p:sp>
        <p:nvSpPr>
          <p:cNvPr id="58" name="Subtitle 2"/>
          <p:cNvSpPr>
            <a:spLocks noGrp="1"/>
          </p:cNvSpPr>
          <p:nvPr>
            <p:ph type="subTitle" idx="1"/>
          </p:nvPr>
        </p:nvSpPr>
        <p:spPr bwMode="black">
          <a:xfrm>
            <a:off x="363682" y="2233706"/>
            <a:ext cx="6130637" cy="582706"/>
          </a:xfrm>
        </p:spPr>
        <p:txBody>
          <a:bodyPr>
            <a:noAutofit/>
          </a:bodyPr>
          <a:lstStyle>
            <a:lvl1pPr marL="0" indent="0" algn="l">
              <a:lnSpc>
                <a:spcPct val="90000"/>
              </a:lnSpc>
              <a:buNone/>
              <a:defRPr sz="3000">
                <a:solidFill>
                  <a:schemeClr val="bg1"/>
                </a:solidFill>
                <a:latin typeface="+mj-lt"/>
              </a:defRPr>
            </a:lvl1pPr>
            <a:lvl2pPr marL="478842" indent="0" algn="ctr">
              <a:buNone/>
              <a:defRPr>
                <a:solidFill>
                  <a:schemeClr val="tx1">
                    <a:tint val="75000"/>
                  </a:schemeClr>
                </a:solidFill>
              </a:defRPr>
            </a:lvl2pPr>
            <a:lvl3pPr marL="957685" indent="0" algn="ctr">
              <a:buNone/>
              <a:defRPr>
                <a:solidFill>
                  <a:schemeClr val="tx1">
                    <a:tint val="75000"/>
                  </a:schemeClr>
                </a:solidFill>
              </a:defRPr>
            </a:lvl3pPr>
            <a:lvl4pPr marL="1436527" indent="0" algn="ctr">
              <a:buNone/>
              <a:defRPr>
                <a:solidFill>
                  <a:schemeClr val="tx1">
                    <a:tint val="75000"/>
                  </a:schemeClr>
                </a:solidFill>
              </a:defRPr>
            </a:lvl4pPr>
            <a:lvl5pPr marL="1915370" indent="0" algn="ctr">
              <a:buNone/>
              <a:defRPr>
                <a:solidFill>
                  <a:schemeClr val="tx1">
                    <a:tint val="75000"/>
                  </a:schemeClr>
                </a:solidFill>
              </a:defRPr>
            </a:lvl5pPr>
            <a:lvl6pPr marL="2394213" indent="0" algn="ctr">
              <a:buNone/>
              <a:defRPr>
                <a:solidFill>
                  <a:schemeClr val="tx1">
                    <a:tint val="75000"/>
                  </a:schemeClr>
                </a:solidFill>
              </a:defRPr>
            </a:lvl6pPr>
            <a:lvl7pPr marL="2873055" indent="0" algn="ctr">
              <a:buNone/>
              <a:defRPr>
                <a:solidFill>
                  <a:schemeClr val="tx1">
                    <a:tint val="75000"/>
                  </a:schemeClr>
                </a:solidFill>
              </a:defRPr>
            </a:lvl7pPr>
            <a:lvl8pPr marL="3351897" indent="0" algn="ctr">
              <a:buNone/>
              <a:defRPr>
                <a:solidFill>
                  <a:schemeClr val="tx1">
                    <a:tint val="75000"/>
                  </a:schemeClr>
                </a:solidFill>
              </a:defRPr>
            </a:lvl8pPr>
            <a:lvl9pPr marL="3830739" indent="0" algn="ctr">
              <a:buNone/>
              <a:defRPr>
                <a:solidFill>
                  <a:schemeClr val="tx1">
                    <a:tint val="75000"/>
                  </a:schemeClr>
                </a:solidFill>
              </a:defRPr>
            </a:lvl9pPr>
          </a:lstStyle>
          <a:p>
            <a:r>
              <a:rPr lang="en-GB" noProof="0"/>
              <a:t>Click to edit Master subtitle style</a:t>
            </a:r>
            <a:endParaRPr lang="en-GB" noProof="0" dirty="0"/>
          </a:p>
        </p:txBody>
      </p:sp>
      <p:cxnSp>
        <p:nvCxnSpPr>
          <p:cNvPr id="9" name="Shape 24"/>
          <p:cNvCxnSpPr/>
          <p:nvPr/>
        </p:nvCxnSpPr>
        <p:spPr>
          <a:xfrm flipV="1">
            <a:off x="259774"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endParaRPr lang="en-GB">
              <a:solidFill>
                <a:srgbClr val="FFFFFF"/>
              </a:solidFill>
            </a:endParaRPr>
          </a:p>
        </p:txBody>
      </p:sp>
      <p:sp>
        <p:nvSpPr>
          <p:cNvPr id="11" name="Content Placeholder 19"/>
          <p:cNvSpPr>
            <a:spLocks noGrp="1"/>
          </p:cNvSpPr>
          <p:nvPr>
            <p:ph sz="quarter" idx="13"/>
          </p:nvPr>
        </p:nvSpPr>
        <p:spPr>
          <a:xfrm>
            <a:off x="363684" y="3787590"/>
            <a:ext cx="3013364" cy="4661647"/>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solidFill>
                  <a:srgbClr val="FFFFFF"/>
                </a:solidFill>
              </a:rPr>
              <a:pPr/>
              <a:t>‹#›</a:t>
            </a:fld>
            <a:endParaRPr lang="en-GB">
              <a:solidFill>
                <a:srgbClr val="FFFFFF"/>
              </a:solidFill>
            </a:endParaRPr>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solidFill>
                  <a:srgbClr val="FFFFFF"/>
                </a:solidFill>
              </a:rPr>
              <a:t>July 2013</a:t>
            </a:r>
            <a:endParaRPr lang="en-GB" dirty="0">
              <a:solidFill>
                <a:srgbClr val="FFFFFF"/>
              </a:solidFill>
            </a:endParaRPr>
          </a:p>
        </p:txBody>
      </p:sp>
      <p:sp>
        <p:nvSpPr>
          <p:cNvPr id="13"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FFFFFF"/>
                </a:solidFill>
                <a:cs typeface="Arial" pitchFamily="34" charset="0"/>
              </a:rPr>
              <a:t>PwC</a:t>
            </a:r>
          </a:p>
        </p:txBody>
      </p:sp>
    </p:spTree>
    <p:extLst>
      <p:ext uri="{BB962C8B-B14F-4D97-AF65-F5344CB8AC3E}">
        <p14:creationId xmlns:p14="http://schemas.microsoft.com/office/powerpoint/2010/main" val="3411369497"/>
      </p:ext>
    </p:extLst>
  </p:cSld>
  <p:clrMapOvr>
    <a:masterClrMapping/>
  </p:clrMapOvr>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Explanatory notice">
    <p:spTree>
      <p:nvGrpSpPr>
        <p:cNvPr id="1" name=""/>
        <p:cNvGrpSpPr/>
        <p:nvPr/>
      </p:nvGrpSpPr>
      <p:grpSpPr>
        <a:xfrm>
          <a:off x="0" y="0"/>
          <a:ext cx="0" cy="0"/>
          <a:chOff x="0" y="0"/>
          <a:chExt cx="0" cy="0"/>
        </a:xfrm>
      </p:grpSpPr>
      <p:sp>
        <p:nvSpPr>
          <p:cNvPr id="28" name="Content Placeholder 26"/>
          <p:cNvSpPr>
            <a:spLocks noGrp="1"/>
          </p:cNvSpPr>
          <p:nvPr>
            <p:ph sz="quarter" idx="14"/>
          </p:nvPr>
        </p:nvSpPr>
        <p:spPr>
          <a:xfrm>
            <a:off x="363684" y="2622550"/>
            <a:ext cx="5195742" cy="644525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10" name="Title Placeholder 1"/>
          <p:cNvSpPr>
            <a:spLocks noGrp="1"/>
          </p:cNvSpPr>
          <p:nvPr>
            <p:ph type="title"/>
          </p:nvPr>
        </p:nvSpPr>
        <p:spPr>
          <a:xfrm>
            <a:off x="363682" y="1459192"/>
            <a:ext cx="6130637" cy="293408"/>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2" name="Shape 24"/>
          <p:cNvCxnSpPr/>
          <p:nvPr/>
        </p:nvCxnSpPr>
        <p:spPr>
          <a:xfrm flipV="1">
            <a:off x="285000" y="1362074"/>
            <a:ext cx="6192000" cy="221427"/>
          </a:xfrm>
          <a:prstGeom prst="bentConnector3">
            <a:avLst>
              <a:gd name="adj1" fmla="val 0"/>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Slide Number Placeholder 5"/>
          <p:cNvSpPr>
            <a:spLocks noGrp="1"/>
          </p:cNvSpPr>
          <p:nvPr>
            <p:ph type="sldNum" sz="quarter" idx="4"/>
          </p:nvPr>
        </p:nvSpPr>
        <p:spPr>
          <a:xfrm>
            <a:off x="5351318" y="9296400"/>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5" name="PwCFirm"/>
          <p:cNvSpPr txBox="1"/>
          <p:nvPr userDrawn="1"/>
        </p:nvSpPr>
        <p:spPr>
          <a:xfrm>
            <a:off x="363683"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3602263912"/>
      </p:ext>
    </p:extLst>
  </p:cSld>
  <p:clrMapOvr>
    <a:masterClrMapping/>
  </p:clrMapOvr>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losing Statement">
    <p:spTree>
      <p:nvGrpSpPr>
        <p:cNvPr id="1" name=""/>
        <p:cNvGrpSpPr/>
        <p:nvPr/>
      </p:nvGrpSpPr>
      <p:grpSpPr>
        <a:xfrm>
          <a:off x="0" y="0"/>
          <a:ext cx="0" cy="0"/>
          <a:chOff x="0" y="0"/>
          <a:chExt cx="0" cy="0"/>
        </a:xfrm>
      </p:grpSpPr>
      <p:sp>
        <p:nvSpPr>
          <p:cNvPr id="11" name="Text Placeholder 10"/>
          <p:cNvSpPr>
            <a:spLocks noGrp="1"/>
          </p:cNvSpPr>
          <p:nvPr>
            <p:ph type="body" sz="quarter" idx="10" hasCustomPrompt="1"/>
          </p:nvPr>
        </p:nvSpPr>
        <p:spPr>
          <a:xfrm>
            <a:off x="363682" y="8449237"/>
            <a:ext cx="3117273" cy="971177"/>
          </a:xfrm>
        </p:spPr>
        <p:txBody>
          <a:bodyPr anchor="b"/>
          <a:lstStyle>
            <a:lvl1pPr algn="l">
              <a:defRPr sz="800">
                <a:latin typeface="Arial" pitchFamily="34" charset="0"/>
                <a:cs typeface="Arial" pitchFamily="34" charset="0"/>
              </a:defRPr>
            </a:lvl1pPr>
          </a:lstStyle>
          <a:p>
            <a:pPr lvl="0"/>
            <a:r>
              <a:rPr lang="en-GB" noProof="0"/>
              <a:t>Add legal and copyright disclaimers here.</a:t>
            </a:r>
          </a:p>
        </p:txBody>
      </p:sp>
      <p:sp>
        <p:nvSpPr>
          <p:cNvPr id="5"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6"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3265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Section Divider: Colour with Content">
    <p:bg>
      <p:bgPr>
        <a:solidFill>
          <a:schemeClr val="bg1"/>
        </a:solidFill>
        <a:effectLst/>
      </p:bgPr>
    </p:bg>
    <p:spTree>
      <p:nvGrpSpPr>
        <p:cNvPr id="1" name=""/>
        <p:cNvGrpSpPr/>
        <p:nvPr/>
      </p:nvGrpSpPr>
      <p:grpSpPr>
        <a:xfrm>
          <a:off x="0" y="0"/>
          <a:ext cx="0" cy="0"/>
          <a:chOff x="0" y="0"/>
          <a:chExt cx="0" cy="0"/>
        </a:xfrm>
      </p:grpSpPr>
      <p:cxnSp>
        <p:nvCxnSpPr>
          <p:cNvPr id="9" name="Shape 24"/>
          <p:cNvCxnSpPr/>
          <p:nvPr/>
        </p:nvCxnSpPr>
        <p:spPr>
          <a:xfrm flipV="1">
            <a:off x="259775"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r>
              <a:rPr lang="en-GB">
                <a:solidFill>
                  <a:srgbClr val="FFFFFF"/>
                </a:solidFill>
              </a:rPr>
              <a:t>Deriving value from your audit</a:t>
            </a:r>
          </a:p>
        </p:txBody>
      </p:sp>
      <p:sp>
        <p:nvSpPr>
          <p:cNvPr id="11" name="Content Placeholder 19"/>
          <p:cNvSpPr>
            <a:spLocks noGrp="1"/>
          </p:cNvSpPr>
          <p:nvPr>
            <p:ph sz="quarter" idx="13"/>
          </p:nvPr>
        </p:nvSpPr>
        <p:spPr>
          <a:xfrm>
            <a:off x="381000" y="1524000"/>
            <a:ext cx="2995614" cy="3048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2"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solidFill>
                  <a:srgbClr val="FFFFFF"/>
                </a:solidFill>
              </a:rPr>
              <a:pPr/>
              <a:t>‹#›</a:t>
            </a:fld>
            <a:endParaRPr lang="en-GB">
              <a:solidFill>
                <a:srgbClr val="FFFFFF"/>
              </a:solidFill>
            </a:endParaRPr>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solidFill>
                  <a:srgbClr val="FFFFFF"/>
                </a:solidFill>
              </a:rPr>
              <a:t>July 2013</a:t>
            </a:r>
            <a:endParaRPr lang="en-GB" dirty="0">
              <a:solidFill>
                <a:srgbClr val="FFFFFF"/>
              </a:solidFill>
            </a:endParaRPr>
          </a:p>
        </p:txBody>
      </p:sp>
      <p:sp>
        <p:nvSpPr>
          <p:cNvPr id="13" name="PwCFirm"/>
          <p:cNvSpPr txBox="1"/>
          <p:nvPr userDrawn="1"/>
        </p:nvSpPr>
        <p:spPr>
          <a:xfrm>
            <a:off x="363683" y="9226178"/>
            <a:ext cx="1974273" cy="194236"/>
          </a:xfrm>
          <a:prstGeom prst="rect">
            <a:avLst/>
          </a:prstGeom>
          <a:noFill/>
        </p:spPr>
        <p:txBody>
          <a:bodyPr vert="horz" wrap="square" lIns="0" tIns="0" rIns="0" bIns="0" rtlCol="0" anchor="t" anchorCtr="0">
            <a:noAutofit/>
          </a:bodyPr>
          <a:lstStyle/>
          <a:p>
            <a:r>
              <a:rPr lang="en-GB" sz="900" dirty="0">
                <a:solidFill>
                  <a:srgbClr val="FFFFFF"/>
                </a:solidFill>
                <a:cs typeface="Arial" pitchFamily="34" charset="0"/>
              </a:rPr>
              <a:t>PwC</a:t>
            </a:r>
          </a:p>
        </p:txBody>
      </p:sp>
      <p:cxnSp>
        <p:nvCxnSpPr>
          <p:cNvPr id="8" name="Shape 24"/>
          <p:cNvCxnSpPr/>
          <p:nvPr userDrawn="1"/>
        </p:nvCxnSpPr>
        <p:spPr>
          <a:xfrm flipV="1">
            <a:off x="279600" y="1359648"/>
            <a:ext cx="4212000" cy="221427"/>
          </a:xfrm>
          <a:prstGeom prst="bentConnector3">
            <a:avLst>
              <a:gd name="adj1" fmla="val 0"/>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Content Placeholder 19"/>
          <p:cNvSpPr>
            <a:spLocks noGrp="1"/>
          </p:cNvSpPr>
          <p:nvPr>
            <p:ph sz="quarter" idx="14"/>
          </p:nvPr>
        </p:nvSpPr>
        <p:spPr>
          <a:xfrm>
            <a:off x="3483600" y="1524000"/>
            <a:ext cx="2995614" cy="3048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270285940"/>
      </p:ext>
    </p:extLst>
  </p:cSld>
  <p:clrMapOvr>
    <a:masterClrMapping/>
  </p:clrMapOvr>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Section Divider: Colour with Content">
    <p:bg>
      <p:bgPr>
        <a:solidFill>
          <a:schemeClr val="bg1"/>
        </a:solidFill>
        <a:effectLst/>
      </p:bgPr>
    </p:bg>
    <p:spTree>
      <p:nvGrpSpPr>
        <p:cNvPr id="1" name=""/>
        <p:cNvGrpSpPr/>
        <p:nvPr/>
      </p:nvGrpSpPr>
      <p:grpSpPr>
        <a:xfrm>
          <a:off x="0" y="0"/>
          <a:ext cx="0" cy="0"/>
          <a:chOff x="0" y="0"/>
          <a:chExt cx="0" cy="0"/>
        </a:xfrm>
      </p:grpSpPr>
      <p:cxnSp>
        <p:nvCxnSpPr>
          <p:cNvPr id="9" name="Shape 24"/>
          <p:cNvCxnSpPr/>
          <p:nvPr/>
        </p:nvCxnSpPr>
        <p:spPr>
          <a:xfrm flipV="1">
            <a:off x="259775"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r>
              <a:rPr lang="en-GB">
                <a:solidFill>
                  <a:srgbClr val="FFFFFF"/>
                </a:solidFill>
              </a:rPr>
              <a:t>Deriving value from your audit</a:t>
            </a:r>
          </a:p>
        </p:txBody>
      </p:sp>
      <p:sp>
        <p:nvSpPr>
          <p:cNvPr id="11" name="Content Placeholder 19"/>
          <p:cNvSpPr>
            <a:spLocks noGrp="1"/>
          </p:cNvSpPr>
          <p:nvPr>
            <p:ph sz="quarter" idx="13"/>
          </p:nvPr>
        </p:nvSpPr>
        <p:spPr>
          <a:xfrm>
            <a:off x="3012931" y="2590800"/>
            <a:ext cx="3013364" cy="3048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solidFill>
                  <a:srgbClr val="FFFFFF"/>
                </a:solidFill>
              </a:rPr>
              <a:pPr/>
              <a:t>‹#›</a:t>
            </a:fld>
            <a:endParaRPr lang="en-GB">
              <a:solidFill>
                <a:srgbClr val="FFFFFF"/>
              </a:solidFill>
            </a:endParaRPr>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solidFill>
                  <a:srgbClr val="FFFFFF"/>
                </a:solidFill>
              </a:rPr>
              <a:t>July 2013</a:t>
            </a:r>
            <a:endParaRPr lang="en-GB" dirty="0">
              <a:solidFill>
                <a:srgbClr val="FFFFFF"/>
              </a:solidFill>
            </a:endParaRPr>
          </a:p>
        </p:txBody>
      </p:sp>
      <p:sp>
        <p:nvSpPr>
          <p:cNvPr id="13" name="PwCFirm"/>
          <p:cNvSpPr txBox="1"/>
          <p:nvPr userDrawn="1"/>
        </p:nvSpPr>
        <p:spPr>
          <a:xfrm>
            <a:off x="363683" y="9226178"/>
            <a:ext cx="1974273" cy="194236"/>
          </a:xfrm>
          <a:prstGeom prst="rect">
            <a:avLst/>
          </a:prstGeom>
          <a:noFill/>
        </p:spPr>
        <p:txBody>
          <a:bodyPr vert="horz" wrap="square" lIns="0" tIns="0" rIns="0" bIns="0" rtlCol="0" anchor="t" anchorCtr="0">
            <a:noAutofit/>
          </a:bodyPr>
          <a:lstStyle/>
          <a:p>
            <a:r>
              <a:rPr lang="en-GB" sz="900" dirty="0">
                <a:solidFill>
                  <a:srgbClr val="FFFFFF"/>
                </a:solidFill>
                <a:cs typeface="Arial" pitchFamily="34" charset="0"/>
              </a:rPr>
              <a:t>PwC</a:t>
            </a:r>
          </a:p>
        </p:txBody>
      </p:sp>
    </p:spTree>
    <p:extLst>
      <p:ext uri="{BB962C8B-B14F-4D97-AF65-F5344CB8AC3E}">
        <p14:creationId xmlns:p14="http://schemas.microsoft.com/office/powerpoint/2010/main" val="1083872785"/>
      </p:ext>
    </p:extLst>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ver Slide: Colour">
    <p:spTree>
      <p:nvGrpSpPr>
        <p:cNvPr id="1" name=""/>
        <p:cNvGrpSpPr/>
        <p:nvPr/>
      </p:nvGrpSpPr>
      <p:grpSpPr>
        <a:xfrm>
          <a:off x="0" y="0"/>
          <a:ext cx="0" cy="0"/>
          <a:chOff x="0" y="0"/>
          <a:chExt cx="0" cy="0"/>
        </a:xfrm>
      </p:grpSpPr>
      <p:grpSp>
        <p:nvGrpSpPr>
          <p:cNvPr id="30" name="Group 29"/>
          <p:cNvGrpSpPr/>
          <p:nvPr userDrawn="1"/>
        </p:nvGrpSpPr>
        <p:grpSpPr>
          <a:xfrm>
            <a:off x="1524000" y="990600"/>
            <a:ext cx="5105400" cy="8069114"/>
            <a:chOff x="1737819" y="1070601"/>
            <a:chExt cx="5044633" cy="8114987"/>
          </a:xfrm>
        </p:grpSpPr>
        <p:sp>
          <p:nvSpPr>
            <p:cNvPr id="27" name="Rectangle 649"/>
            <p:cNvSpPr>
              <a:spLocks noChangeArrowheads="1"/>
            </p:cNvSpPr>
            <p:nvPr/>
          </p:nvSpPr>
          <p:spPr bwMode="gray">
            <a:xfrm>
              <a:off x="5169974" y="1434753"/>
              <a:ext cx="1612478" cy="7750834"/>
            </a:xfrm>
            <a:prstGeom prst="rect">
              <a:avLst/>
            </a:prstGeom>
            <a:solidFill>
              <a:schemeClr val="tx2">
                <a:lumMod val="40000"/>
                <a:lumOff val="60000"/>
              </a:schemeClr>
            </a:solidFill>
            <a:ln w="0">
              <a:noFill/>
              <a:prstDash val="solid"/>
              <a:miter lim="800000"/>
              <a:headEnd/>
              <a:tailEnd/>
            </a:ln>
          </p:spPr>
          <p:txBody>
            <a:bodyPr vert="horz" wrap="square" lIns="95768" tIns="47884" rIns="95768" bIns="47884" numCol="1" anchor="t" anchorCtr="0" compatLnSpc="1">
              <a:prstTxWarp prst="textNoShape">
                <a:avLst/>
              </a:prstTxWarp>
            </a:bodyPr>
            <a:lstStyle/>
            <a:p>
              <a:endParaRPr lang="en-US">
                <a:solidFill>
                  <a:srgbClr val="000000"/>
                </a:solidFill>
              </a:endParaRPr>
            </a:p>
          </p:txBody>
        </p:sp>
        <p:sp>
          <p:nvSpPr>
            <p:cNvPr id="28" name="Rectangle 648"/>
            <p:cNvSpPr>
              <a:spLocks noChangeArrowheads="1"/>
            </p:cNvSpPr>
            <p:nvPr/>
          </p:nvSpPr>
          <p:spPr bwMode="gray">
            <a:xfrm>
              <a:off x="1737820" y="1070601"/>
              <a:ext cx="4629352" cy="440784"/>
            </a:xfrm>
            <a:prstGeom prst="rect">
              <a:avLst/>
            </a:prstGeom>
            <a:solidFill>
              <a:schemeClr val="tx2">
                <a:lumMod val="60000"/>
                <a:lumOff val="40000"/>
              </a:schemeClr>
            </a:solidFill>
            <a:ln w="0">
              <a:noFill/>
              <a:prstDash val="solid"/>
              <a:miter lim="800000"/>
              <a:headEnd/>
              <a:tailEnd/>
            </a:ln>
          </p:spPr>
          <p:txBody>
            <a:bodyPr vert="horz" wrap="square" lIns="95768" tIns="47884" rIns="95768" bIns="47884" numCol="1" anchor="t" anchorCtr="0" compatLnSpc="1">
              <a:prstTxWarp prst="textNoShape">
                <a:avLst/>
              </a:prstTxWarp>
            </a:bodyPr>
            <a:lstStyle/>
            <a:p>
              <a:endParaRPr lang="en-US">
                <a:solidFill>
                  <a:srgbClr val="000000"/>
                </a:solidFill>
              </a:endParaRPr>
            </a:p>
          </p:txBody>
        </p:sp>
        <p:sp>
          <p:nvSpPr>
            <p:cNvPr id="29" name="Rectangle 650"/>
            <p:cNvSpPr>
              <a:spLocks noChangeArrowheads="1"/>
            </p:cNvSpPr>
            <p:nvPr/>
          </p:nvSpPr>
          <p:spPr bwMode="gray">
            <a:xfrm>
              <a:off x="1737819" y="1434751"/>
              <a:ext cx="4629353" cy="7750837"/>
            </a:xfrm>
            <a:prstGeom prst="rect">
              <a:avLst/>
            </a:prstGeom>
            <a:solidFill>
              <a:schemeClr val="tx2"/>
            </a:solidFill>
            <a:ln w="0">
              <a:noFill/>
              <a:prstDash val="solid"/>
              <a:miter lim="800000"/>
              <a:headEnd/>
              <a:tailEnd/>
            </a:ln>
          </p:spPr>
          <p:txBody>
            <a:bodyPr vert="horz" wrap="square" lIns="95768" tIns="47884" rIns="95768" bIns="47884" numCol="1" anchor="t" anchorCtr="0" compatLnSpc="1">
              <a:prstTxWarp prst="textNoShape">
                <a:avLst/>
              </a:prstTxWarp>
            </a:bodyPr>
            <a:lstStyle/>
            <a:p>
              <a:endParaRPr lang="en-US">
                <a:solidFill>
                  <a:srgbClr val="000000"/>
                </a:solidFill>
              </a:endParaRPr>
            </a:p>
          </p:txBody>
        </p:sp>
      </p:grpSp>
      <p:sp>
        <p:nvSpPr>
          <p:cNvPr id="17" name="Title 1"/>
          <p:cNvSpPr>
            <a:spLocks noGrp="1"/>
          </p:cNvSpPr>
          <p:nvPr>
            <p:ph type="ctrTitle" hasCustomPrompt="1"/>
          </p:nvPr>
        </p:nvSpPr>
        <p:spPr bwMode="white">
          <a:xfrm>
            <a:off x="1676400" y="1513541"/>
            <a:ext cx="4052455" cy="848659"/>
          </a:xfrm>
        </p:spPr>
        <p:txBody>
          <a:bodyPr anchor="t" anchorCtr="0">
            <a:noAutofit/>
          </a:bodyPr>
          <a:lstStyle>
            <a:lvl1pPr>
              <a:lnSpc>
                <a:spcPct val="90000"/>
              </a:lnSpc>
              <a:defRPr sz="3000" b="1" i="1" baseline="0">
                <a:solidFill>
                  <a:schemeClr val="bg1"/>
                </a:solidFill>
              </a:defRPr>
            </a:lvl1pPr>
          </a:lstStyle>
          <a:p>
            <a:r>
              <a:rPr lang="en-GB" noProof="0" dirty="0"/>
              <a:t>Click to add the report’s main title</a:t>
            </a:r>
          </a:p>
        </p:txBody>
      </p:sp>
      <p:sp>
        <p:nvSpPr>
          <p:cNvPr id="18" name="Subtitle 2"/>
          <p:cNvSpPr>
            <a:spLocks noGrp="1"/>
          </p:cNvSpPr>
          <p:nvPr>
            <p:ph type="subTitle" idx="1" hasCustomPrompt="1"/>
          </p:nvPr>
        </p:nvSpPr>
        <p:spPr bwMode="white">
          <a:xfrm>
            <a:off x="1676401" y="2568387"/>
            <a:ext cx="4052454" cy="1165413"/>
          </a:xfrm>
        </p:spPr>
        <p:txBody>
          <a:bodyPr>
            <a:noAutofit/>
          </a:bodyPr>
          <a:lstStyle>
            <a:lvl1pPr marL="0" indent="0" algn="l">
              <a:lnSpc>
                <a:spcPct val="90000"/>
              </a:lnSpc>
              <a:spcAft>
                <a:spcPts val="0"/>
              </a:spcAft>
              <a:buNone/>
              <a:defRPr sz="3000" baseline="0">
                <a:solidFill>
                  <a:schemeClr val="bg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19" name="Text Placeholder 31"/>
          <p:cNvSpPr>
            <a:spLocks noGrp="1"/>
          </p:cNvSpPr>
          <p:nvPr>
            <p:ph type="body" sz="quarter" idx="10" hasCustomPrompt="1"/>
          </p:nvPr>
        </p:nvSpPr>
        <p:spPr bwMode="white">
          <a:xfrm>
            <a:off x="1676400" y="228600"/>
            <a:ext cx="3117273" cy="194236"/>
          </a:xfrm>
        </p:spPr>
        <p:txBody>
          <a:bodyPr/>
          <a:lstStyle>
            <a:lvl1pPr>
              <a:defRPr sz="1100">
                <a:solidFill>
                  <a:schemeClr val="tx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a:t>www.pwc.com/my</a:t>
            </a:r>
          </a:p>
        </p:txBody>
      </p:sp>
      <p:grpSp>
        <p:nvGrpSpPr>
          <p:cNvPr id="23" name="Group 59"/>
          <p:cNvGrpSpPr>
            <a:grpSpLocks/>
          </p:cNvGrpSpPr>
          <p:nvPr userDrawn="1"/>
        </p:nvGrpSpPr>
        <p:grpSpPr bwMode="auto">
          <a:xfrm>
            <a:off x="704850" y="9059715"/>
            <a:ext cx="930100" cy="549707"/>
            <a:chOff x="1051560" y="6768750"/>
            <a:chExt cx="1005840" cy="609595"/>
          </a:xfrm>
        </p:grpSpPr>
        <p:sp>
          <p:nvSpPr>
            <p:cNvPr id="24" name="Rectangle 37"/>
            <p:cNvSpPr>
              <a:spLocks noChangeArrowheads="1"/>
            </p:cNvSpPr>
            <p:nvPr/>
          </p:nvSpPr>
          <p:spPr bwMode="black">
            <a:xfrm>
              <a:off x="1667653" y="6768750"/>
              <a:ext cx="256032" cy="70893"/>
            </a:xfrm>
            <a:prstGeom prst="rect">
              <a:avLst/>
            </a:prstGeom>
            <a:solidFill>
              <a:schemeClr val="accent1"/>
            </a:solidFill>
            <a:ln w="0">
              <a:noFill/>
              <a:miter lim="800000"/>
              <a:headEnd/>
              <a:tailEnd/>
            </a:ln>
          </p:spPr>
          <p:txBody>
            <a:bodyPr/>
            <a:lstStyle/>
            <a:p>
              <a:endParaRPr lang="en-GB">
                <a:solidFill>
                  <a:srgbClr val="000000"/>
                </a:solidFill>
              </a:endParaRPr>
            </a:p>
          </p:txBody>
        </p:sp>
        <p:sp>
          <p:nvSpPr>
            <p:cNvPr id="25" name="Freeform 7"/>
            <p:cNvSpPr>
              <a:spLocks noEditPoints="1"/>
            </p:cNvSpPr>
            <p:nvPr/>
          </p:nvSpPr>
          <p:spPr bwMode="black">
            <a:xfrm>
              <a:off x="1051560" y="6987736"/>
              <a:ext cx="1005840" cy="390609"/>
            </a:xfrm>
            <a:custGeom>
              <a:avLst/>
              <a:gdLst>
                <a:gd name="T0" fmla="*/ 2147483647 w 4127"/>
                <a:gd name="T1" fmla="*/ 2147483647 h 1544"/>
                <a:gd name="T2" fmla="*/ 2147483647 w 4127"/>
                <a:gd name="T3" fmla="*/ 2147483647 h 1544"/>
                <a:gd name="T4" fmla="*/ 2147483647 w 4127"/>
                <a:gd name="T5" fmla="*/ 2147483647 h 1544"/>
                <a:gd name="T6" fmla="*/ 2147483647 w 4127"/>
                <a:gd name="T7" fmla="*/ 2147483647 h 1544"/>
                <a:gd name="T8" fmla="*/ 2147483647 w 4127"/>
                <a:gd name="T9" fmla="*/ 2147483647 h 1544"/>
                <a:gd name="T10" fmla="*/ 2147483647 w 4127"/>
                <a:gd name="T11" fmla="*/ 2147483647 h 1544"/>
                <a:gd name="T12" fmla="*/ 2147483647 w 4127"/>
                <a:gd name="T13" fmla="*/ 2147483647 h 1544"/>
                <a:gd name="T14" fmla="*/ 2147483647 w 4127"/>
                <a:gd name="T15" fmla="*/ 2147483647 h 1544"/>
                <a:gd name="T16" fmla="*/ 2147483647 w 4127"/>
                <a:gd name="T17" fmla="*/ 2147483647 h 1544"/>
                <a:gd name="T18" fmla="*/ 2147483647 w 4127"/>
                <a:gd name="T19" fmla="*/ 2147483647 h 1544"/>
                <a:gd name="T20" fmla="*/ 2147483647 w 4127"/>
                <a:gd name="T21" fmla="*/ 2147483647 h 1544"/>
                <a:gd name="T22" fmla="*/ 2147483647 w 4127"/>
                <a:gd name="T23" fmla="*/ 2147483647 h 1544"/>
                <a:gd name="T24" fmla="*/ 2147483647 w 4127"/>
                <a:gd name="T25" fmla="*/ 2147483647 h 1544"/>
                <a:gd name="T26" fmla="*/ 2147483647 w 4127"/>
                <a:gd name="T27" fmla="*/ 2147483647 h 1544"/>
                <a:gd name="T28" fmla="*/ 2147483647 w 4127"/>
                <a:gd name="T29" fmla="*/ 2147483647 h 1544"/>
                <a:gd name="T30" fmla="*/ 2147483647 w 4127"/>
                <a:gd name="T31" fmla="*/ 2147483647 h 1544"/>
                <a:gd name="T32" fmla="*/ 2147483647 w 4127"/>
                <a:gd name="T33" fmla="*/ 2147483647 h 1544"/>
                <a:gd name="T34" fmla="*/ 2147483647 w 4127"/>
                <a:gd name="T35" fmla="*/ 2147483647 h 1544"/>
                <a:gd name="T36" fmla="*/ 2147483647 w 4127"/>
                <a:gd name="T37" fmla="*/ 2147483647 h 1544"/>
                <a:gd name="T38" fmla="*/ 2147483647 w 4127"/>
                <a:gd name="T39" fmla="*/ 2147483647 h 1544"/>
                <a:gd name="T40" fmla="*/ 2147483647 w 4127"/>
                <a:gd name="T41" fmla="*/ 2147483647 h 1544"/>
                <a:gd name="T42" fmla="*/ 2147483647 w 4127"/>
                <a:gd name="T43" fmla="*/ 2147483647 h 1544"/>
                <a:gd name="T44" fmla="*/ 2147483647 w 4127"/>
                <a:gd name="T45" fmla="*/ 2147483647 h 1544"/>
                <a:gd name="T46" fmla="*/ 2147483647 w 4127"/>
                <a:gd name="T47" fmla="*/ 2147483647 h 1544"/>
                <a:gd name="T48" fmla="*/ 2147483647 w 4127"/>
                <a:gd name="T49" fmla="*/ 2147483647 h 1544"/>
                <a:gd name="T50" fmla="*/ 2147483647 w 4127"/>
                <a:gd name="T51" fmla="*/ 2147483647 h 1544"/>
                <a:gd name="T52" fmla="*/ 2147483647 w 4127"/>
                <a:gd name="T53" fmla="*/ 2147483647 h 1544"/>
                <a:gd name="T54" fmla="*/ 2147483647 w 4127"/>
                <a:gd name="T55" fmla="*/ 2147483647 h 1544"/>
                <a:gd name="T56" fmla="*/ 2147483647 w 4127"/>
                <a:gd name="T57" fmla="*/ 2147483647 h 1544"/>
                <a:gd name="T58" fmla="*/ 2147483647 w 4127"/>
                <a:gd name="T59" fmla="*/ 2147483647 h 1544"/>
                <a:gd name="T60" fmla="*/ 2147483647 w 4127"/>
                <a:gd name="T61" fmla="*/ 2147483647 h 1544"/>
                <a:gd name="T62" fmla="*/ 2147483647 w 4127"/>
                <a:gd name="T63" fmla="*/ 2147483647 h 1544"/>
                <a:gd name="T64" fmla="*/ 2147483647 w 4127"/>
                <a:gd name="T65" fmla="*/ 2147483647 h 1544"/>
                <a:gd name="T66" fmla="*/ 2147483647 w 4127"/>
                <a:gd name="T67" fmla="*/ 2147483647 h 1544"/>
                <a:gd name="T68" fmla="*/ 2147483647 w 4127"/>
                <a:gd name="T69" fmla="*/ 2147483647 h 1544"/>
                <a:gd name="T70" fmla="*/ 2147483647 w 4127"/>
                <a:gd name="T71" fmla="*/ 2147483647 h 1544"/>
                <a:gd name="T72" fmla="*/ 2147483647 w 4127"/>
                <a:gd name="T73" fmla="*/ 2147483647 h 1544"/>
                <a:gd name="T74" fmla="*/ 2147483647 w 4127"/>
                <a:gd name="T75" fmla="*/ 2147483647 h 1544"/>
                <a:gd name="T76" fmla="*/ 2147483647 w 4127"/>
                <a:gd name="T77" fmla="*/ 2147483647 h 1544"/>
                <a:gd name="T78" fmla="*/ 2147483647 w 4127"/>
                <a:gd name="T79" fmla="*/ 2147483647 h 1544"/>
                <a:gd name="T80" fmla="*/ 2147483647 w 4127"/>
                <a:gd name="T81" fmla="*/ 2147483647 h 1544"/>
                <a:gd name="T82" fmla="*/ 2147483647 w 4127"/>
                <a:gd name="T83" fmla="*/ 2147483647 h 1544"/>
                <a:gd name="T84" fmla="*/ 2147483647 w 4127"/>
                <a:gd name="T85" fmla="*/ 2147483647 h 1544"/>
                <a:gd name="T86" fmla="*/ 2147483647 w 4127"/>
                <a:gd name="T87" fmla="*/ 2147483647 h 1544"/>
                <a:gd name="T88" fmla="*/ 2147483647 w 4127"/>
                <a:gd name="T89" fmla="*/ 2147483647 h 1544"/>
                <a:gd name="T90" fmla="*/ 2147483647 w 4127"/>
                <a:gd name="T91" fmla="*/ 2147483647 h 1544"/>
                <a:gd name="T92" fmla="*/ 2147483647 w 4127"/>
                <a:gd name="T93" fmla="*/ 2147483647 h 1544"/>
                <a:gd name="T94" fmla="*/ 2147483647 w 4127"/>
                <a:gd name="T95" fmla="*/ 2147483647 h 1544"/>
                <a:gd name="T96" fmla="*/ 2147483647 w 4127"/>
                <a:gd name="T97" fmla="*/ 0 h 1544"/>
                <a:gd name="T98" fmla="*/ 2147483647 w 4127"/>
                <a:gd name="T99" fmla="*/ 2147483647 h 1544"/>
                <a:gd name="T100" fmla="*/ 2147483647 w 4127"/>
                <a:gd name="T101" fmla="*/ 2147483647 h 1544"/>
                <a:gd name="T102" fmla="*/ 2147483647 w 4127"/>
                <a:gd name="T103" fmla="*/ 2147483647 h 1544"/>
                <a:gd name="T104" fmla="*/ 2147483647 w 4127"/>
                <a:gd name="T105" fmla="*/ 2147483647 h 1544"/>
                <a:gd name="T106" fmla="*/ 2147483647 w 4127"/>
                <a:gd name="T107" fmla="*/ 2147483647 h 1544"/>
                <a:gd name="T108" fmla="*/ 2147483647 w 4127"/>
                <a:gd name="T109" fmla="*/ 2147483647 h 1544"/>
                <a:gd name="T110" fmla="*/ 2147483647 w 4127"/>
                <a:gd name="T111" fmla="*/ 2147483647 h 1544"/>
                <a:gd name="T112" fmla="*/ 2147483647 w 4127"/>
                <a:gd name="T113" fmla="*/ 2147483647 h 1544"/>
                <a:gd name="T114" fmla="*/ 2147483647 w 4127"/>
                <a:gd name="T115" fmla="*/ 2147483647 h 1544"/>
                <a:gd name="T116" fmla="*/ 2147483647 w 4127"/>
                <a:gd name="T117" fmla="*/ 2147483647 h 154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127"/>
                <a:gd name="T178" fmla="*/ 0 h 1544"/>
                <a:gd name="T179" fmla="*/ 4127 w 4127"/>
                <a:gd name="T180" fmla="*/ 1544 h 154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round/>
              <a:headEnd/>
              <a:tailEnd/>
            </a:ln>
          </p:spPr>
          <p:txBody>
            <a:bodyPr/>
            <a:lstStyle/>
            <a:p>
              <a:endParaRPr lang="en-US">
                <a:solidFill>
                  <a:srgbClr val="000000"/>
                </a:solidFill>
              </a:endParaRPr>
            </a:p>
          </p:txBody>
        </p:sp>
      </p:grpSp>
      <p:grpSp>
        <p:nvGrpSpPr>
          <p:cNvPr id="31" name="Group 31"/>
          <p:cNvGrpSpPr/>
          <p:nvPr userDrawn="1"/>
        </p:nvGrpSpPr>
        <p:grpSpPr>
          <a:xfrm>
            <a:off x="366817" y="4343400"/>
            <a:ext cx="1080000" cy="144000"/>
            <a:chOff x="489087" y="2521685"/>
            <a:chExt cx="1209752" cy="151219"/>
          </a:xfrm>
        </p:grpSpPr>
        <p:cxnSp>
          <p:nvCxnSpPr>
            <p:cNvPr id="32" name="Straight Connector 31"/>
            <p:cNvCxnSpPr/>
            <p:nvPr userDrawn="1"/>
          </p:nvCxnSpPr>
          <p:spPr>
            <a:xfrm rot="10800000">
              <a:off x="489087" y="2521686"/>
              <a:ext cx="1209752"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rot="5400000">
              <a:off x="413478" y="2597295"/>
              <a:ext cx="151219"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p:sp>
        <p:nvSpPr>
          <p:cNvPr id="35" name="Text Placeholder 34"/>
          <p:cNvSpPr>
            <a:spLocks noGrp="1"/>
          </p:cNvSpPr>
          <p:nvPr>
            <p:ph type="body" sz="quarter" idx="11" hasCustomPrompt="1"/>
          </p:nvPr>
        </p:nvSpPr>
        <p:spPr>
          <a:xfrm>
            <a:off x="457200" y="4419600"/>
            <a:ext cx="914400" cy="860425"/>
          </a:xfrm>
        </p:spPr>
        <p:txBody>
          <a:bodyPr/>
          <a:lstStyle>
            <a:lvl1pPr>
              <a:defRPr i="1"/>
            </a:lvl1pPr>
          </a:lstStyle>
          <a:p>
            <a:pPr lvl="0"/>
            <a:r>
              <a:rPr lang="en-US" dirty="0"/>
              <a:t>[Client]</a:t>
            </a:r>
          </a:p>
          <a:p>
            <a:pPr lvl="0"/>
            <a:r>
              <a:rPr lang="en-US" dirty="0"/>
              <a:t>[Month/year]</a:t>
            </a:r>
            <a:endParaRPr lang="en-GB" dirty="0"/>
          </a:p>
        </p:txBody>
      </p:sp>
    </p:spTree>
    <p:extLst>
      <p:ext uri="{BB962C8B-B14F-4D97-AF65-F5344CB8AC3E}">
        <p14:creationId xmlns:p14="http://schemas.microsoft.com/office/powerpoint/2010/main" val="15765136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ver Slide: Fixed Logo">
    <p:spTree>
      <p:nvGrpSpPr>
        <p:cNvPr id="1" name=""/>
        <p:cNvGrpSpPr/>
        <p:nvPr/>
      </p:nvGrpSpPr>
      <p:grpSpPr>
        <a:xfrm>
          <a:off x="0" y="0"/>
          <a:ext cx="0" cy="0"/>
          <a:chOff x="0" y="0"/>
          <a:chExt cx="0" cy="0"/>
        </a:xfrm>
      </p:grpSpPr>
      <p:grpSp>
        <p:nvGrpSpPr>
          <p:cNvPr id="2" name="Group 73"/>
          <p:cNvGrpSpPr/>
          <p:nvPr/>
        </p:nvGrpSpPr>
        <p:grpSpPr>
          <a:xfrm>
            <a:off x="1302112" y="7994000"/>
            <a:ext cx="363682" cy="647451"/>
            <a:chOff x="1905000" y="5715000"/>
            <a:chExt cx="445770" cy="381000"/>
          </a:xfrm>
        </p:grpSpPr>
        <p:sp>
          <p:nvSpPr>
            <p:cNvPr id="2073" name="Rectangle 25"/>
            <p:cNvSpPr>
              <a:spLocks noChangeArrowheads="1"/>
            </p:cNvSpPr>
            <p:nvPr userDrawn="1"/>
          </p:nvSpPr>
          <p:spPr bwMode="gray">
            <a:xfrm>
              <a:off x="2293620" y="5988118"/>
              <a:ext cx="57150" cy="107882"/>
            </a:xfrm>
            <a:prstGeom prst="rect">
              <a:avLst/>
            </a:prstGeom>
            <a:solidFill>
              <a:srgbClr val="F445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4" name="Rectangle 26"/>
            <p:cNvSpPr>
              <a:spLocks noChangeArrowheads="1"/>
            </p:cNvSpPr>
            <p:nvPr userDrawn="1"/>
          </p:nvSpPr>
          <p:spPr bwMode="gray">
            <a:xfrm>
              <a:off x="2132171" y="5757333"/>
              <a:ext cx="44291" cy="66914"/>
            </a:xfrm>
            <a:prstGeom prst="rect">
              <a:avLst/>
            </a:prstGeom>
            <a:solidFill>
              <a:srgbClr val="F6B67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5" name="Rectangle 27"/>
            <p:cNvSpPr>
              <a:spLocks noChangeArrowheads="1"/>
            </p:cNvSpPr>
            <p:nvPr userDrawn="1"/>
          </p:nvSpPr>
          <p:spPr bwMode="gray">
            <a:xfrm>
              <a:off x="1905000" y="5715000"/>
              <a:ext cx="227171" cy="42333"/>
            </a:xfrm>
            <a:prstGeom prst="rect">
              <a:avLst/>
            </a:prstGeom>
            <a:solidFill>
              <a:srgbClr val="F48F1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6" name="Rectangle 28"/>
            <p:cNvSpPr>
              <a:spLocks noChangeArrowheads="1"/>
            </p:cNvSpPr>
            <p:nvPr userDrawn="1"/>
          </p:nvSpPr>
          <p:spPr bwMode="gray">
            <a:xfrm>
              <a:off x="1905000" y="5757333"/>
              <a:ext cx="227171" cy="66914"/>
            </a:xfrm>
            <a:prstGeom prst="rect">
              <a:avLst/>
            </a:prstGeom>
            <a:solidFill>
              <a:srgbClr val="EB660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7" name="Rectangle 29"/>
            <p:cNvSpPr>
              <a:spLocks noChangeArrowheads="1"/>
            </p:cNvSpPr>
            <p:nvPr userDrawn="1"/>
          </p:nvSpPr>
          <p:spPr bwMode="gray">
            <a:xfrm>
              <a:off x="2176462" y="5824247"/>
              <a:ext cx="117158" cy="163871"/>
            </a:xfrm>
            <a:prstGeom prst="rect">
              <a:avLst/>
            </a:prstGeom>
            <a:solidFill>
              <a:srgbClr val="F3BF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8" name="Rectangle 30"/>
            <p:cNvSpPr>
              <a:spLocks noChangeArrowheads="1"/>
            </p:cNvSpPr>
            <p:nvPr userDrawn="1"/>
          </p:nvSpPr>
          <p:spPr bwMode="gray">
            <a:xfrm>
              <a:off x="2176462" y="5988118"/>
              <a:ext cx="117158" cy="107882"/>
            </a:xfrm>
            <a:prstGeom prst="rect">
              <a:avLst/>
            </a:prstGeom>
            <a:solidFill>
              <a:srgbClr val="E934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79" name="Rectangle 31"/>
            <p:cNvSpPr>
              <a:spLocks noChangeArrowheads="1"/>
            </p:cNvSpPr>
            <p:nvPr userDrawn="1"/>
          </p:nvSpPr>
          <p:spPr bwMode="gray">
            <a:xfrm>
              <a:off x="2132171" y="5824247"/>
              <a:ext cx="44291" cy="163871"/>
            </a:xfrm>
            <a:prstGeom prst="rect">
              <a:avLst/>
            </a:prstGeom>
            <a:solidFill>
              <a:srgbClr val="EA88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80" name="Rectangle 32"/>
            <p:cNvSpPr>
              <a:spLocks noChangeArrowheads="1"/>
            </p:cNvSpPr>
            <p:nvPr userDrawn="1"/>
          </p:nvSpPr>
          <p:spPr bwMode="gray">
            <a:xfrm>
              <a:off x="2132171" y="5988118"/>
              <a:ext cx="44291" cy="107882"/>
            </a:xfrm>
            <a:prstGeom prst="rect">
              <a:avLst/>
            </a:prstGeom>
            <a:solidFill>
              <a:srgbClr val="E025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81" name="Freeform 33"/>
            <p:cNvSpPr>
              <a:spLocks/>
            </p:cNvSpPr>
            <p:nvPr userDrawn="1"/>
          </p:nvSpPr>
          <p:spPr bwMode="gray">
            <a:xfrm>
              <a:off x="1905000" y="5824247"/>
              <a:ext cx="227171" cy="163871"/>
            </a:xfrm>
            <a:custGeom>
              <a:avLst/>
              <a:gdLst/>
              <a:ahLst/>
              <a:cxnLst>
                <a:cxn ang="0">
                  <a:pos x="0" y="0"/>
                </a:cxn>
                <a:cxn ang="0">
                  <a:pos x="159" y="0"/>
                </a:cxn>
                <a:cxn ang="0">
                  <a:pos x="159" y="120"/>
                </a:cxn>
                <a:cxn ang="0">
                  <a:pos x="99" y="120"/>
                </a:cxn>
                <a:cxn ang="0">
                  <a:pos x="99" y="80"/>
                </a:cxn>
                <a:cxn ang="0">
                  <a:pos x="0" y="80"/>
                </a:cxn>
                <a:cxn ang="0">
                  <a:pos x="0" y="0"/>
                </a:cxn>
              </a:cxnLst>
              <a:rect l="0" t="0" r="r" b="b"/>
              <a:pathLst>
                <a:path w="159" h="120">
                  <a:moveTo>
                    <a:pt x="0" y="0"/>
                  </a:moveTo>
                  <a:lnTo>
                    <a:pt x="159" y="0"/>
                  </a:lnTo>
                  <a:lnTo>
                    <a:pt x="159" y="120"/>
                  </a:lnTo>
                  <a:lnTo>
                    <a:pt x="99" y="120"/>
                  </a:lnTo>
                  <a:lnTo>
                    <a:pt x="99" y="80"/>
                  </a:lnTo>
                  <a:lnTo>
                    <a:pt x="0" y="80"/>
                  </a:lnTo>
                  <a:lnTo>
                    <a:pt x="0" y="0"/>
                  </a:lnTo>
                  <a:close/>
                </a:path>
              </a:pathLst>
            </a:custGeom>
            <a:solidFill>
              <a:srgbClr val="E04C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82" name="Rectangle 34"/>
            <p:cNvSpPr>
              <a:spLocks noChangeArrowheads="1"/>
            </p:cNvSpPr>
            <p:nvPr userDrawn="1"/>
          </p:nvSpPr>
          <p:spPr bwMode="gray">
            <a:xfrm>
              <a:off x="2046446" y="5988118"/>
              <a:ext cx="85725" cy="107882"/>
            </a:xfrm>
            <a:prstGeom prst="rect">
              <a:avLst/>
            </a:prstGeom>
            <a:solidFill>
              <a:srgbClr val="D614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83" name="Rectangle 35"/>
            <p:cNvSpPr>
              <a:spLocks noChangeArrowheads="1"/>
            </p:cNvSpPr>
            <p:nvPr userDrawn="1"/>
          </p:nvSpPr>
          <p:spPr bwMode="gray">
            <a:xfrm>
              <a:off x="1905000" y="5933495"/>
              <a:ext cx="141446" cy="54624"/>
            </a:xfrm>
            <a:prstGeom prst="rect">
              <a:avLst/>
            </a:prstGeom>
            <a:solidFill>
              <a:srgbClr val="C93C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084" name="Rectangle 36"/>
            <p:cNvSpPr>
              <a:spLocks noChangeArrowheads="1"/>
            </p:cNvSpPr>
            <p:nvPr userDrawn="1"/>
          </p:nvSpPr>
          <p:spPr bwMode="gray">
            <a:xfrm>
              <a:off x="1905000" y="5988118"/>
              <a:ext cx="141446" cy="107882"/>
            </a:xfrm>
            <a:prstGeom prst="rect">
              <a:avLst/>
            </a:prstGeom>
            <a:solidFill>
              <a:srgbClr val="C01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9" name="Rectangle 25"/>
            <p:cNvSpPr>
              <a:spLocks noChangeArrowheads="1"/>
            </p:cNvSpPr>
            <p:nvPr/>
          </p:nvSpPr>
          <p:spPr bwMode="gray">
            <a:xfrm>
              <a:off x="2293620" y="5988118"/>
              <a:ext cx="57150" cy="107882"/>
            </a:xfrm>
            <a:prstGeom prst="rect">
              <a:avLst/>
            </a:prstGeom>
            <a:solidFill>
              <a:srgbClr val="F445F6"/>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0" name="Rectangle 26"/>
            <p:cNvSpPr>
              <a:spLocks noChangeArrowheads="1"/>
            </p:cNvSpPr>
            <p:nvPr/>
          </p:nvSpPr>
          <p:spPr bwMode="gray">
            <a:xfrm>
              <a:off x="2132171" y="5757333"/>
              <a:ext cx="44291" cy="66914"/>
            </a:xfrm>
            <a:prstGeom prst="rect">
              <a:avLst/>
            </a:prstGeom>
            <a:solidFill>
              <a:srgbClr val="F6B67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2" name="Rectangle 27"/>
            <p:cNvSpPr>
              <a:spLocks noChangeArrowheads="1"/>
            </p:cNvSpPr>
            <p:nvPr/>
          </p:nvSpPr>
          <p:spPr bwMode="gray">
            <a:xfrm>
              <a:off x="1905000" y="5715000"/>
              <a:ext cx="227171" cy="42333"/>
            </a:xfrm>
            <a:prstGeom prst="rect">
              <a:avLst/>
            </a:prstGeom>
            <a:solidFill>
              <a:srgbClr val="F48F1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3" name="Rectangle 28"/>
            <p:cNvSpPr>
              <a:spLocks noChangeArrowheads="1"/>
            </p:cNvSpPr>
            <p:nvPr/>
          </p:nvSpPr>
          <p:spPr bwMode="gray">
            <a:xfrm>
              <a:off x="1905000" y="5757333"/>
              <a:ext cx="227171" cy="66914"/>
            </a:xfrm>
            <a:prstGeom prst="rect">
              <a:avLst/>
            </a:prstGeom>
            <a:solidFill>
              <a:srgbClr val="EB660B"/>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4" name="Rectangle 29"/>
            <p:cNvSpPr>
              <a:spLocks noChangeArrowheads="1"/>
            </p:cNvSpPr>
            <p:nvPr/>
          </p:nvSpPr>
          <p:spPr bwMode="gray">
            <a:xfrm>
              <a:off x="2176462" y="5824247"/>
              <a:ext cx="117158" cy="163871"/>
            </a:xfrm>
            <a:prstGeom prst="rect">
              <a:avLst/>
            </a:prstGeom>
            <a:solidFill>
              <a:srgbClr val="F3BF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5" name="Rectangle 30"/>
            <p:cNvSpPr>
              <a:spLocks noChangeArrowheads="1"/>
            </p:cNvSpPr>
            <p:nvPr/>
          </p:nvSpPr>
          <p:spPr bwMode="gray">
            <a:xfrm>
              <a:off x="2176462" y="5988118"/>
              <a:ext cx="117158" cy="107882"/>
            </a:xfrm>
            <a:prstGeom prst="rect">
              <a:avLst/>
            </a:prstGeom>
            <a:solidFill>
              <a:srgbClr val="E93409"/>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6" name="Rectangle 31"/>
            <p:cNvSpPr>
              <a:spLocks noChangeArrowheads="1"/>
            </p:cNvSpPr>
            <p:nvPr/>
          </p:nvSpPr>
          <p:spPr bwMode="gray">
            <a:xfrm>
              <a:off x="2132171" y="5824247"/>
              <a:ext cx="44291" cy="163871"/>
            </a:xfrm>
            <a:prstGeom prst="rect">
              <a:avLst/>
            </a:prstGeom>
            <a:solidFill>
              <a:srgbClr val="EA88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8" name="Rectangle 32"/>
            <p:cNvSpPr>
              <a:spLocks noChangeArrowheads="1"/>
            </p:cNvSpPr>
            <p:nvPr/>
          </p:nvSpPr>
          <p:spPr bwMode="gray">
            <a:xfrm>
              <a:off x="2132171" y="5988118"/>
              <a:ext cx="44291" cy="107882"/>
            </a:xfrm>
            <a:prstGeom prst="rect">
              <a:avLst/>
            </a:prstGeom>
            <a:solidFill>
              <a:srgbClr val="E0250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9" name="Freeform 33"/>
            <p:cNvSpPr>
              <a:spLocks/>
            </p:cNvSpPr>
            <p:nvPr/>
          </p:nvSpPr>
          <p:spPr bwMode="gray">
            <a:xfrm>
              <a:off x="1905000" y="5824247"/>
              <a:ext cx="227171" cy="163871"/>
            </a:xfrm>
            <a:custGeom>
              <a:avLst/>
              <a:gdLst/>
              <a:ahLst/>
              <a:cxnLst>
                <a:cxn ang="0">
                  <a:pos x="0" y="0"/>
                </a:cxn>
                <a:cxn ang="0">
                  <a:pos x="159" y="0"/>
                </a:cxn>
                <a:cxn ang="0">
                  <a:pos x="159" y="120"/>
                </a:cxn>
                <a:cxn ang="0">
                  <a:pos x="99" y="120"/>
                </a:cxn>
                <a:cxn ang="0">
                  <a:pos x="99" y="80"/>
                </a:cxn>
                <a:cxn ang="0">
                  <a:pos x="0" y="80"/>
                </a:cxn>
                <a:cxn ang="0">
                  <a:pos x="0" y="0"/>
                </a:cxn>
              </a:cxnLst>
              <a:rect l="0" t="0" r="r" b="b"/>
              <a:pathLst>
                <a:path w="159" h="120">
                  <a:moveTo>
                    <a:pt x="0" y="0"/>
                  </a:moveTo>
                  <a:lnTo>
                    <a:pt x="159" y="0"/>
                  </a:lnTo>
                  <a:lnTo>
                    <a:pt x="159" y="120"/>
                  </a:lnTo>
                  <a:lnTo>
                    <a:pt x="99" y="120"/>
                  </a:lnTo>
                  <a:lnTo>
                    <a:pt x="99" y="80"/>
                  </a:lnTo>
                  <a:lnTo>
                    <a:pt x="0" y="80"/>
                  </a:lnTo>
                  <a:lnTo>
                    <a:pt x="0" y="0"/>
                  </a:lnTo>
                  <a:close/>
                </a:path>
              </a:pathLst>
            </a:custGeom>
            <a:solidFill>
              <a:srgbClr val="E04C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40" name="Rectangle 34"/>
            <p:cNvSpPr>
              <a:spLocks noChangeArrowheads="1"/>
            </p:cNvSpPr>
            <p:nvPr/>
          </p:nvSpPr>
          <p:spPr bwMode="gray">
            <a:xfrm>
              <a:off x="2046446" y="5988118"/>
              <a:ext cx="85725" cy="107882"/>
            </a:xfrm>
            <a:prstGeom prst="rect">
              <a:avLst/>
            </a:prstGeom>
            <a:solidFill>
              <a:srgbClr val="D614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41" name="Rectangle 35"/>
            <p:cNvSpPr>
              <a:spLocks noChangeArrowheads="1"/>
            </p:cNvSpPr>
            <p:nvPr/>
          </p:nvSpPr>
          <p:spPr bwMode="gray">
            <a:xfrm>
              <a:off x="1905000" y="5933495"/>
              <a:ext cx="141446" cy="54624"/>
            </a:xfrm>
            <a:prstGeom prst="rect">
              <a:avLst/>
            </a:prstGeom>
            <a:solidFill>
              <a:srgbClr val="C93C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42" name="Rectangle 36"/>
            <p:cNvSpPr>
              <a:spLocks noChangeArrowheads="1"/>
            </p:cNvSpPr>
            <p:nvPr/>
          </p:nvSpPr>
          <p:spPr bwMode="gray">
            <a:xfrm>
              <a:off x="1905000" y="5988118"/>
              <a:ext cx="141446" cy="107882"/>
            </a:xfrm>
            <a:prstGeom prst="rect">
              <a:avLst/>
            </a:prstGeom>
            <a:solidFill>
              <a:srgbClr val="C01000"/>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cxnSp>
        <p:nvCxnSpPr>
          <p:cNvPr id="141" name="Shape 140"/>
          <p:cNvCxnSpPr/>
          <p:nvPr/>
        </p:nvCxnSpPr>
        <p:spPr>
          <a:xfrm rot="5400000" flipH="1" flipV="1">
            <a:off x="3781161" y="-1116164"/>
            <a:ext cx="220132" cy="5193377"/>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7" name="Title 1"/>
          <p:cNvSpPr>
            <a:spLocks noGrp="1"/>
          </p:cNvSpPr>
          <p:nvPr>
            <p:ph type="ctrTitle" hasCustomPrompt="1"/>
          </p:nvPr>
        </p:nvSpPr>
        <p:spPr bwMode="black">
          <a:xfrm>
            <a:off x="1402773" y="1456764"/>
            <a:ext cx="4052455" cy="1165413"/>
          </a:xfrm>
        </p:spPr>
        <p:txBody>
          <a:bodyPr anchor="t" anchorCtr="0">
            <a:noAutofit/>
          </a:bodyPr>
          <a:lstStyle>
            <a:lvl1pPr>
              <a:lnSpc>
                <a:spcPct val="90000"/>
              </a:lnSpc>
              <a:defRPr sz="3000" b="1" i="1" baseline="0">
                <a:solidFill>
                  <a:schemeClr val="tx1"/>
                </a:solidFill>
              </a:defRPr>
            </a:lvl1pPr>
          </a:lstStyle>
          <a:p>
            <a:r>
              <a:rPr lang="en-GB" noProof="0" dirty="0"/>
              <a:t>Click to add the report’s main title</a:t>
            </a:r>
          </a:p>
        </p:txBody>
      </p:sp>
      <p:sp>
        <p:nvSpPr>
          <p:cNvPr id="43" name="Subtitle 2"/>
          <p:cNvSpPr>
            <a:spLocks noGrp="1"/>
          </p:cNvSpPr>
          <p:nvPr>
            <p:ph type="subTitle" idx="1" hasCustomPrompt="1"/>
          </p:nvPr>
        </p:nvSpPr>
        <p:spPr bwMode="black">
          <a:xfrm>
            <a:off x="1402774" y="2816411"/>
            <a:ext cx="4052454" cy="1165413"/>
          </a:xfrm>
        </p:spPr>
        <p:txBody>
          <a:bodyPr>
            <a:noAutofit/>
          </a:bodyPr>
          <a:lstStyle>
            <a:lvl1pPr marL="0" indent="0" algn="l">
              <a:lnSpc>
                <a:spcPct val="90000"/>
              </a:lnSpc>
              <a:spcAft>
                <a:spcPts val="0"/>
              </a:spcAft>
              <a:buNone/>
              <a:defRPr sz="3000" baseline="0">
                <a:solidFill>
                  <a:schemeClr val="tx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45" name="Text Placeholder 31"/>
          <p:cNvSpPr>
            <a:spLocks noGrp="1"/>
          </p:cNvSpPr>
          <p:nvPr>
            <p:ph type="body" sz="quarter" idx="10" hasCustomPrompt="1"/>
          </p:nvPr>
        </p:nvSpPr>
        <p:spPr bwMode="black">
          <a:xfrm>
            <a:off x="1402773" y="679824"/>
            <a:ext cx="3117273" cy="194236"/>
          </a:xfrm>
        </p:spPr>
        <p:txBody>
          <a:bodyPr/>
          <a:lstStyle>
            <a:lvl1pPr>
              <a:defRPr sz="1100">
                <a:solidFill>
                  <a:schemeClr val="tx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err="1"/>
              <a:t>www.pwc.com</a:t>
            </a:r>
            <a:endParaRPr lang="en-GB" noProof="0" dirty="0"/>
          </a:p>
        </p:txBody>
      </p:sp>
      <p:grpSp>
        <p:nvGrpSpPr>
          <p:cNvPr id="3" name="Group 45"/>
          <p:cNvGrpSpPr/>
          <p:nvPr/>
        </p:nvGrpSpPr>
        <p:grpSpPr>
          <a:xfrm>
            <a:off x="716973" y="8643471"/>
            <a:ext cx="685800" cy="776941"/>
            <a:chOff x="1051560" y="6781800"/>
            <a:chExt cx="1005840" cy="609600"/>
          </a:xfrm>
        </p:grpSpPr>
        <p:sp>
          <p:nvSpPr>
            <p:cNvPr id="48" name="Rectangle 37"/>
            <p:cNvSpPr>
              <a:spLocks noChangeArrowheads="1"/>
            </p:cNvSpPr>
            <p:nvPr userDrawn="1"/>
          </p:nvSpPr>
          <p:spPr bwMode="black">
            <a:xfrm>
              <a:off x="1648968" y="6781800"/>
              <a:ext cx="256032" cy="54864"/>
            </a:xfrm>
            <a:prstGeom prst="rect">
              <a:avLst/>
            </a:prstGeom>
            <a:solidFill>
              <a:srgbClr val="A10000"/>
            </a:solidFill>
            <a:ln w="0">
              <a:solidFill>
                <a:srgbClr val="A1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49" name="Freeform 7"/>
            <p:cNvSpPr>
              <a:spLocks noEditPoints="1"/>
            </p:cNvSpPr>
            <p:nvPr userDrawn="1"/>
          </p:nvSpPr>
          <p:spPr bwMode="black">
            <a:xfrm>
              <a:off x="1051560" y="7000790"/>
              <a:ext cx="1005840" cy="39061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spTree>
    <p:extLst>
      <p:ext uri="{BB962C8B-B14F-4D97-AF65-F5344CB8AC3E}">
        <p14:creationId xmlns:p14="http://schemas.microsoft.com/office/powerpoint/2010/main" val="374052142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ver Slide: Picture">
    <p:spTree>
      <p:nvGrpSpPr>
        <p:cNvPr id="1" name=""/>
        <p:cNvGrpSpPr/>
        <p:nvPr/>
      </p:nvGrpSpPr>
      <p:grpSpPr>
        <a:xfrm>
          <a:off x="0" y="0"/>
          <a:ext cx="0" cy="0"/>
          <a:chOff x="0" y="0"/>
          <a:chExt cx="0" cy="0"/>
        </a:xfrm>
      </p:grpSpPr>
      <p:grpSp>
        <p:nvGrpSpPr>
          <p:cNvPr id="2" name="Group 84"/>
          <p:cNvGrpSpPr/>
          <p:nvPr/>
        </p:nvGrpSpPr>
        <p:grpSpPr>
          <a:xfrm>
            <a:off x="1298864" y="0"/>
            <a:ext cx="5559137" cy="8643471"/>
            <a:chOff x="1905000" y="0"/>
            <a:chExt cx="8153400" cy="6781800"/>
          </a:xfrm>
        </p:grpSpPr>
        <p:sp>
          <p:nvSpPr>
            <p:cNvPr id="86" name="Rectangle 159"/>
            <p:cNvSpPr>
              <a:spLocks noChangeArrowheads="1"/>
            </p:cNvSpPr>
            <p:nvPr userDrawn="1"/>
          </p:nvSpPr>
          <p:spPr bwMode="gray">
            <a:xfrm>
              <a:off x="8915400" y="3200400"/>
              <a:ext cx="609600" cy="3581400"/>
            </a:xfrm>
            <a:prstGeom prst="rect">
              <a:avLst/>
            </a:prstGeom>
            <a:solidFill>
              <a:srgbClr val="E88C1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87" name="Rectangle 153"/>
            <p:cNvSpPr>
              <a:spLocks noChangeArrowheads="1"/>
            </p:cNvSpPr>
            <p:nvPr/>
          </p:nvSpPr>
          <p:spPr bwMode="gray">
            <a:xfrm>
              <a:off x="9525000" y="3200400"/>
              <a:ext cx="533400" cy="3581400"/>
            </a:xfrm>
            <a:prstGeom prst="rect">
              <a:avLst/>
            </a:prstGeom>
            <a:solidFill>
              <a:srgbClr val="F3BC8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88" name="Rectangle 156"/>
            <p:cNvSpPr>
              <a:spLocks noChangeArrowheads="1"/>
            </p:cNvSpPr>
            <p:nvPr/>
          </p:nvSpPr>
          <p:spPr bwMode="gray">
            <a:xfrm>
              <a:off x="1905000" y="0"/>
              <a:ext cx="6248400" cy="990600"/>
            </a:xfrm>
            <a:prstGeom prst="rect">
              <a:avLst/>
            </a:prstGeom>
            <a:solidFill>
              <a:srgbClr val="EE9C3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89" name="Rectangle 160"/>
            <p:cNvSpPr>
              <a:spLocks noChangeArrowheads="1"/>
            </p:cNvSpPr>
            <p:nvPr userDrawn="1"/>
          </p:nvSpPr>
          <p:spPr bwMode="gray">
            <a:xfrm>
              <a:off x="8127647" y="3200400"/>
              <a:ext cx="787753" cy="3581400"/>
            </a:xfrm>
            <a:prstGeom prst="rect">
              <a:avLst/>
            </a:prstGeom>
            <a:solidFill>
              <a:srgbClr val="D1390D"/>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90" name="Rectangle 89"/>
            <p:cNvSpPr/>
            <p:nvPr userDrawn="1"/>
          </p:nvSpPr>
          <p:spPr bwMode="gray">
            <a:xfrm>
              <a:off x="1905000" y="3195320"/>
              <a:ext cx="6248400" cy="3586480"/>
            </a:xfrm>
            <a:prstGeom prst="rect">
              <a:avLst/>
            </a:prstGeom>
            <a:solidFill>
              <a:srgbClr val="C22303"/>
            </a:solidFill>
            <a:ln w="0">
              <a:noFill/>
              <a:prstDash val="solid"/>
              <a:round/>
              <a:headEnd/>
              <a:tailEnd/>
            </a:ln>
          </p:spPr>
          <p:txBody>
            <a:bodyPr vert="horz" wrap="square" lIns="91440" tIns="45720" rIns="91440" bIns="45720" numCol="1" anchor="t" anchorCtr="0" compatLnSpc="1">
              <a:prstTxWarp prst="textNoShape">
                <a:avLst/>
              </a:prstTxWarp>
            </a:bodyPr>
            <a:lstStyle/>
            <a:p>
              <a:pPr defTabSz="957685"/>
              <a:endParaRPr lang="en-GB" dirty="0">
                <a:solidFill>
                  <a:srgbClr val="000000"/>
                </a:solidFill>
              </a:endParaRPr>
            </a:p>
          </p:txBody>
        </p:sp>
        <p:sp>
          <p:nvSpPr>
            <p:cNvPr id="91" name="Rectangle 155"/>
            <p:cNvSpPr>
              <a:spLocks noChangeArrowheads="1"/>
            </p:cNvSpPr>
            <p:nvPr userDrawn="1"/>
          </p:nvSpPr>
          <p:spPr bwMode="gray">
            <a:xfrm>
              <a:off x="8127649" y="990600"/>
              <a:ext cx="787751" cy="2209800"/>
            </a:xfrm>
            <a:prstGeom prst="rect">
              <a:avLst/>
            </a:prstGeom>
            <a:solidFill>
              <a:srgbClr val="E669A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92" name="Rectangle 158"/>
            <p:cNvSpPr>
              <a:spLocks noChangeArrowheads="1"/>
            </p:cNvSpPr>
            <p:nvPr userDrawn="1"/>
          </p:nvSpPr>
          <p:spPr bwMode="gray">
            <a:xfrm>
              <a:off x="1905000" y="990600"/>
              <a:ext cx="6248400" cy="2209800"/>
            </a:xfrm>
            <a:prstGeom prst="rect">
              <a:avLst/>
            </a:prstGeom>
            <a:solidFill>
              <a:srgbClr val="D74021"/>
            </a:solidFill>
            <a:ln w="0">
              <a:noFill/>
              <a:prstDash val="solid"/>
              <a:miter lim="800000"/>
              <a:headEnd/>
              <a:tailEnd/>
            </a:ln>
          </p:spPr>
          <p:txBody>
            <a:bodyPr vert="horz" wrap="square" lIns="0" tIns="0" rIns="0" bIns="0" numCol="1" anchor="t" anchorCtr="0" compatLnSpc="1">
              <a:prstTxWarp prst="textNoShape">
                <a:avLst/>
              </a:prstTxWarp>
            </a:bodyPr>
            <a:lstStyle/>
            <a:p>
              <a:endParaRPr lang="en-GB">
                <a:solidFill>
                  <a:srgbClr val="000000"/>
                </a:solidFill>
              </a:endParaRPr>
            </a:p>
          </p:txBody>
        </p:sp>
      </p:grpSp>
      <p:sp>
        <p:nvSpPr>
          <p:cNvPr id="39" name="Title 1"/>
          <p:cNvSpPr>
            <a:spLocks noGrp="1"/>
          </p:cNvSpPr>
          <p:nvPr>
            <p:ph type="ctrTitle" hasCustomPrompt="1"/>
          </p:nvPr>
        </p:nvSpPr>
        <p:spPr bwMode="white">
          <a:xfrm>
            <a:off x="1402773" y="1456764"/>
            <a:ext cx="4052455" cy="1165413"/>
          </a:xfrm>
        </p:spPr>
        <p:txBody>
          <a:bodyPr anchor="t" anchorCtr="0">
            <a:noAutofit/>
          </a:bodyPr>
          <a:lstStyle>
            <a:lvl1pPr>
              <a:lnSpc>
                <a:spcPct val="90000"/>
              </a:lnSpc>
              <a:defRPr sz="3000" b="1" i="1" baseline="0">
                <a:solidFill>
                  <a:schemeClr val="bg1"/>
                </a:solidFill>
              </a:defRPr>
            </a:lvl1pPr>
          </a:lstStyle>
          <a:p>
            <a:r>
              <a:rPr lang="en-GB" noProof="0" dirty="0"/>
              <a:t>Click to add the report’s main title</a:t>
            </a:r>
          </a:p>
        </p:txBody>
      </p:sp>
      <p:sp>
        <p:nvSpPr>
          <p:cNvPr id="40" name="Subtitle 2"/>
          <p:cNvSpPr>
            <a:spLocks noGrp="1"/>
          </p:cNvSpPr>
          <p:nvPr>
            <p:ph type="subTitle" idx="1" hasCustomPrompt="1"/>
          </p:nvPr>
        </p:nvSpPr>
        <p:spPr bwMode="white">
          <a:xfrm>
            <a:off x="1402774" y="2816411"/>
            <a:ext cx="4052454" cy="1165413"/>
          </a:xfrm>
        </p:spPr>
        <p:txBody>
          <a:bodyPr>
            <a:noAutofit/>
          </a:bodyPr>
          <a:lstStyle>
            <a:lvl1pPr marL="0" indent="0" algn="l">
              <a:lnSpc>
                <a:spcPct val="90000"/>
              </a:lnSpc>
              <a:spcAft>
                <a:spcPts val="0"/>
              </a:spcAft>
              <a:buNone/>
              <a:defRPr sz="3000" baseline="0">
                <a:solidFill>
                  <a:schemeClr val="bg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41" name="Text Placeholder 31"/>
          <p:cNvSpPr>
            <a:spLocks noGrp="1"/>
          </p:cNvSpPr>
          <p:nvPr>
            <p:ph type="body" sz="quarter" idx="10" hasCustomPrompt="1"/>
          </p:nvPr>
        </p:nvSpPr>
        <p:spPr bwMode="white">
          <a:xfrm>
            <a:off x="1402773" y="679824"/>
            <a:ext cx="3117273" cy="194236"/>
          </a:xfrm>
        </p:spPr>
        <p:txBody>
          <a:bodyPr/>
          <a:lstStyle>
            <a:lvl1pPr>
              <a:defRPr sz="1100">
                <a:solidFill>
                  <a:schemeClr val="bg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err="1"/>
              <a:t>www.pwc.com</a:t>
            </a:r>
            <a:endParaRPr lang="en-GB" noProof="0" dirty="0"/>
          </a:p>
        </p:txBody>
      </p:sp>
      <p:grpSp>
        <p:nvGrpSpPr>
          <p:cNvPr id="3" name="Group 41"/>
          <p:cNvGrpSpPr/>
          <p:nvPr/>
        </p:nvGrpSpPr>
        <p:grpSpPr>
          <a:xfrm>
            <a:off x="716973" y="8643471"/>
            <a:ext cx="685800" cy="776941"/>
            <a:chOff x="1051560" y="6781800"/>
            <a:chExt cx="1005840" cy="609600"/>
          </a:xfrm>
        </p:grpSpPr>
        <p:sp>
          <p:nvSpPr>
            <p:cNvPr id="43" name="Rectangle 37"/>
            <p:cNvSpPr>
              <a:spLocks noChangeArrowheads="1"/>
            </p:cNvSpPr>
            <p:nvPr userDrawn="1"/>
          </p:nvSpPr>
          <p:spPr bwMode="black">
            <a:xfrm>
              <a:off x="1648968" y="6781800"/>
              <a:ext cx="256032" cy="54864"/>
            </a:xfrm>
            <a:prstGeom prst="rect">
              <a:avLst/>
            </a:prstGeom>
            <a:solidFill>
              <a:srgbClr val="A10000"/>
            </a:solidFill>
            <a:ln w="0">
              <a:solidFill>
                <a:srgbClr val="A1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44" name="Freeform 7"/>
            <p:cNvSpPr>
              <a:spLocks noEditPoints="1"/>
            </p:cNvSpPr>
            <p:nvPr userDrawn="1"/>
          </p:nvSpPr>
          <p:spPr bwMode="black">
            <a:xfrm>
              <a:off x="1051560" y="7000790"/>
              <a:ext cx="1005840" cy="39061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sp>
        <p:nvSpPr>
          <p:cNvPr id="66" name="Picture Placeholder 65"/>
          <p:cNvSpPr>
            <a:spLocks noGrp="1"/>
          </p:cNvSpPr>
          <p:nvPr>
            <p:ph type="pic" sz="quarter" idx="11"/>
          </p:nvPr>
        </p:nvSpPr>
        <p:spPr>
          <a:xfrm>
            <a:off x="1298865" y="4078942"/>
            <a:ext cx="4779818" cy="4564529"/>
          </a:xfrm>
        </p:spPr>
        <p:txBody>
          <a:bodyPr/>
          <a:lstStyle/>
          <a:p>
            <a:r>
              <a:rPr lang="en-GB"/>
              <a:t>Click icon to add picture</a:t>
            </a:r>
          </a:p>
        </p:txBody>
      </p:sp>
      <p:grpSp>
        <p:nvGrpSpPr>
          <p:cNvPr id="17" name="Group 31"/>
          <p:cNvGrpSpPr/>
          <p:nvPr userDrawn="1"/>
        </p:nvGrpSpPr>
        <p:grpSpPr>
          <a:xfrm>
            <a:off x="291600" y="4092575"/>
            <a:ext cx="936000" cy="144000"/>
            <a:chOff x="489087" y="2521685"/>
            <a:chExt cx="1209752" cy="151219"/>
          </a:xfrm>
        </p:grpSpPr>
        <p:cxnSp>
          <p:nvCxnSpPr>
            <p:cNvPr id="18" name="Straight Connector 17"/>
            <p:cNvCxnSpPr/>
            <p:nvPr userDrawn="1"/>
          </p:nvCxnSpPr>
          <p:spPr>
            <a:xfrm rot="10800000">
              <a:off x="489087" y="2521686"/>
              <a:ext cx="1209752"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rot="5400000">
              <a:off x="413478" y="2597295"/>
              <a:ext cx="151219"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p:sp>
        <p:nvSpPr>
          <p:cNvPr id="20" name="Text Placeholder 34"/>
          <p:cNvSpPr>
            <a:spLocks noGrp="1"/>
          </p:cNvSpPr>
          <p:nvPr>
            <p:ph type="body" sz="quarter" idx="12" hasCustomPrompt="1"/>
          </p:nvPr>
        </p:nvSpPr>
        <p:spPr>
          <a:xfrm>
            <a:off x="381983" y="4168775"/>
            <a:ext cx="808642" cy="860425"/>
          </a:xfrm>
        </p:spPr>
        <p:txBody>
          <a:bodyPr/>
          <a:lstStyle>
            <a:lvl1pPr>
              <a:defRPr i="1"/>
            </a:lvl1pPr>
          </a:lstStyle>
          <a:p>
            <a:pPr lvl="0"/>
            <a:r>
              <a:rPr lang="en-US" dirty="0"/>
              <a:t>[Client]</a:t>
            </a:r>
          </a:p>
          <a:p>
            <a:pPr lvl="0"/>
            <a:r>
              <a:rPr lang="en-US" dirty="0"/>
              <a:t>[Month/year]</a:t>
            </a:r>
            <a:endParaRPr lang="en-GB" dirty="0"/>
          </a:p>
        </p:txBody>
      </p:sp>
    </p:spTree>
    <p:extLst>
      <p:ext uri="{BB962C8B-B14F-4D97-AF65-F5344CB8AC3E}">
        <p14:creationId xmlns:p14="http://schemas.microsoft.com/office/powerpoint/2010/main" val="192884251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over Slide">
    <p:spTree>
      <p:nvGrpSpPr>
        <p:cNvPr id="1" name=""/>
        <p:cNvGrpSpPr/>
        <p:nvPr/>
      </p:nvGrpSpPr>
      <p:grpSpPr>
        <a:xfrm>
          <a:off x="0" y="0"/>
          <a:ext cx="0" cy="0"/>
          <a:chOff x="0" y="0"/>
          <a:chExt cx="0" cy="0"/>
        </a:xfrm>
      </p:grpSpPr>
      <p:grpSp>
        <p:nvGrpSpPr>
          <p:cNvPr id="2" name="Group 124"/>
          <p:cNvGrpSpPr/>
          <p:nvPr/>
        </p:nvGrpSpPr>
        <p:grpSpPr>
          <a:xfrm>
            <a:off x="1298864" y="0"/>
            <a:ext cx="5559137" cy="8643471"/>
            <a:chOff x="1905000" y="0"/>
            <a:chExt cx="8153400" cy="6781800"/>
          </a:xfrm>
        </p:grpSpPr>
        <p:sp>
          <p:nvSpPr>
            <p:cNvPr id="126" name="Rectangle 159"/>
            <p:cNvSpPr>
              <a:spLocks noChangeArrowheads="1"/>
            </p:cNvSpPr>
            <p:nvPr userDrawn="1"/>
          </p:nvSpPr>
          <p:spPr bwMode="gray">
            <a:xfrm>
              <a:off x="8915400" y="3200400"/>
              <a:ext cx="609600" cy="3581400"/>
            </a:xfrm>
            <a:prstGeom prst="rect">
              <a:avLst/>
            </a:prstGeom>
            <a:solidFill>
              <a:srgbClr val="E88C1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27" name="Rectangle 153"/>
            <p:cNvSpPr>
              <a:spLocks noChangeArrowheads="1"/>
            </p:cNvSpPr>
            <p:nvPr/>
          </p:nvSpPr>
          <p:spPr bwMode="gray">
            <a:xfrm>
              <a:off x="9525000" y="3200400"/>
              <a:ext cx="533400" cy="3581400"/>
            </a:xfrm>
            <a:prstGeom prst="rect">
              <a:avLst/>
            </a:prstGeom>
            <a:solidFill>
              <a:srgbClr val="F3BC87"/>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28" name="Rectangle 156"/>
            <p:cNvSpPr>
              <a:spLocks noChangeArrowheads="1"/>
            </p:cNvSpPr>
            <p:nvPr/>
          </p:nvSpPr>
          <p:spPr bwMode="gray">
            <a:xfrm>
              <a:off x="1905000" y="0"/>
              <a:ext cx="6248400" cy="990600"/>
            </a:xfrm>
            <a:prstGeom prst="rect">
              <a:avLst/>
            </a:prstGeom>
            <a:solidFill>
              <a:srgbClr val="EE9C34"/>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29" name="Rectangle 160"/>
            <p:cNvSpPr>
              <a:spLocks noChangeArrowheads="1"/>
            </p:cNvSpPr>
            <p:nvPr userDrawn="1"/>
          </p:nvSpPr>
          <p:spPr bwMode="gray">
            <a:xfrm>
              <a:off x="8127647" y="3200400"/>
              <a:ext cx="787753" cy="3581400"/>
            </a:xfrm>
            <a:prstGeom prst="rect">
              <a:avLst/>
            </a:prstGeom>
            <a:solidFill>
              <a:srgbClr val="D1390D"/>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30" name="Rectangle 129"/>
            <p:cNvSpPr/>
            <p:nvPr userDrawn="1"/>
          </p:nvSpPr>
          <p:spPr bwMode="gray">
            <a:xfrm>
              <a:off x="1905000" y="3195320"/>
              <a:ext cx="6248400" cy="3586480"/>
            </a:xfrm>
            <a:prstGeom prst="rect">
              <a:avLst/>
            </a:prstGeom>
            <a:solidFill>
              <a:srgbClr val="C22303"/>
            </a:solidFill>
            <a:ln w="0">
              <a:noFill/>
              <a:prstDash val="solid"/>
              <a:round/>
              <a:headEnd/>
              <a:tailEnd/>
            </a:ln>
          </p:spPr>
          <p:txBody>
            <a:bodyPr vert="horz" wrap="square" lIns="91440" tIns="45720" rIns="91440" bIns="45720" numCol="1" anchor="t" anchorCtr="0" compatLnSpc="1">
              <a:prstTxWarp prst="textNoShape">
                <a:avLst/>
              </a:prstTxWarp>
            </a:bodyPr>
            <a:lstStyle/>
            <a:p>
              <a:pPr defTabSz="957685"/>
              <a:endParaRPr lang="en-GB" dirty="0">
                <a:solidFill>
                  <a:srgbClr val="000000"/>
                </a:solidFill>
              </a:endParaRPr>
            </a:p>
          </p:txBody>
        </p:sp>
        <p:sp>
          <p:nvSpPr>
            <p:cNvPr id="131" name="Rectangle 155"/>
            <p:cNvSpPr>
              <a:spLocks noChangeArrowheads="1"/>
            </p:cNvSpPr>
            <p:nvPr userDrawn="1"/>
          </p:nvSpPr>
          <p:spPr bwMode="gray">
            <a:xfrm>
              <a:off x="8127649" y="990600"/>
              <a:ext cx="787751" cy="2209800"/>
            </a:xfrm>
            <a:prstGeom prst="rect">
              <a:avLst/>
            </a:prstGeom>
            <a:solidFill>
              <a:srgbClr val="E669A2"/>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132" name="Rectangle 158"/>
            <p:cNvSpPr>
              <a:spLocks noChangeArrowheads="1"/>
            </p:cNvSpPr>
            <p:nvPr userDrawn="1"/>
          </p:nvSpPr>
          <p:spPr bwMode="gray">
            <a:xfrm>
              <a:off x="1905000" y="990600"/>
              <a:ext cx="6248400" cy="2209800"/>
            </a:xfrm>
            <a:prstGeom prst="rect">
              <a:avLst/>
            </a:prstGeom>
            <a:solidFill>
              <a:srgbClr val="D74021"/>
            </a:solidFill>
            <a:ln w="0">
              <a:noFill/>
              <a:prstDash val="solid"/>
              <a:miter lim="800000"/>
              <a:headEnd/>
              <a:tailEnd/>
            </a:ln>
          </p:spPr>
          <p:txBody>
            <a:bodyPr vert="horz" wrap="square" lIns="0" tIns="0" rIns="0" bIns="0" numCol="1" anchor="t" anchorCtr="0" compatLnSpc="1">
              <a:prstTxWarp prst="textNoShape">
                <a:avLst/>
              </a:prstTxWarp>
            </a:bodyPr>
            <a:lstStyle/>
            <a:p>
              <a:endParaRPr lang="en-GB">
                <a:solidFill>
                  <a:srgbClr val="000000"/>
                </a:solidFill>
              </a:endParaRPr>
            </a:p>
          </p:txBody>
        </p:sp>
      </p:grpSp>
      <p:sp>
        <p:nvSpPr>
          <p:cNvPr id="15" name="Title 1"/>
          <p:cNvSpPr>
            <a:spLocks noGrp="1"/>
          </p:cNvSpPr>
          <p:nvPr>
            <p:ph type="ctrTitle" hasCustomPrompt="1"/>
          </p:nvPr>
        </p:nvSpPr>
        <p:spPr bwMode="white">
          <a:xfrm>
            <a:off x="1402773" y="1456764"/>
            <a:ext cx="4052455" cy="1165413"/>
          </a:xfrm>
        </p:spPr>
        <p:txBody>
          <a:bodyPr anchor="t" anchorCtr="0">
            <a:noAutofit/>
          </a:bodyPr>
          <a:lstStyle>
            <a:lvl1pPr>
              <a:lnSpc>
                <a:spcPct val="90000"/>
              </a:lnSpc>
              <a:defRPr sz="3000" b="1" i="1" baseline="0">
                <a:solidFill>
                  <a:schemeClr val="bg1"/>
                </a:solidFill>
              </a:defRPr>
            </a:lvl1pPr>
          </a:lstStyle>
          <a:p>
            <a:r>
              <a:rPr lang="en-GB" noProof="0" dirty="0"/>
              <a:t>Click to add the report’s main title</a:t>
            </a:r>
          </a:p>
        </p:txBody>
      </p:sp>
      <p:sp>
        <p:nvSpPr>
          <p:cNvPr id="18" name="Subtitle 2"/>
          <p:cNvSpPr>
            <a:spLocks noGrp="1"/>
          </p:cNvSpPr>
          <p:nvPr>
            <p:ph type="subTitle" idx="1" hasCustomPrompt="1"/>
          </p:nvPr>
        </p:nvSpPr>
        <p:spPr bwMode="white">
          <a:xfrm>
            <a:off x="1402774" y="2816411"/>
            <a:ext cx="4052454" cy="1165413"/>
          </a:xfrm>
        </p:spPr>
        <p:txBody>
          <a:bodyPr>
            <a:noAutofit/>
          </a:bodyPr>
          <a:lstStyle>
            <a:lvl1pPr marL="0" indent="0" algn="l">
              <a:lnSpc>
                <a:spcPct val="90000"/>
              </a:lnSpc>
              <a:spcAft>
                <a:spcPts val="0"/>
              </a:spcAft>
              <a:buNone/>
              <a:defRPr sz="3000" baseline="0">
                <a:solidFill>
                  <a:schemeClr val="bg1"/>
                </a:solidFill>
                <a:latin typeface="+mj-lt"/>
              </a:defRPr>
            </a:lvl1pPr>
            <a:lvl2pPr marL="0" indent="0" algn="l">
              <a:buNone/>
              <a:defRPr sz="1900">
                <a:solidFill>
                  <a:schemeClr val="bg1"/>
                </a:solidFill>
                <a:latin typeface="+mj-lt"/>
              </a:defRPr>
            </a:lvl2pPr>
            <a:lvl3pPr marL="478842" indent="0" algn="l">
              <a:buNone/>
              <a:defRPr sz="1900">
                <a:solidFill>
                  <a:schemeClr val="bg1"/>
                </a:solidFill>
                <a:latin typeface="+mj-lt"/>
              </a:defRPr>
            </a:lvl3pPr>
            <a:lvl4pPr marL="957685" indent="0" algn="l">
              <a:buNone/>
              <a:defRPr sz="1900">
                <a:solidFill>
                  <a:schemeClr val="bg1"/>
                </a:solidFill>
                <a:latin typeface="+mj-lt"/>
              </a:defRPr>
            </a:lvl4pPr>
            <a:lvl5pPr marL="1436527" indent="0" algn="l">
              <a:buNone/>
              <a:defRPr sz="1900">
                <a:solidFill>
                  <a:schemeClr val="bg1"/>
                </a:solidFill>
                <a:latin typeface="+mj-lt"/>
              </a:defRPr>
            </a:lvl5pPr>
            <a:lvl6pPr marL="1915370" indent="0" algn="l">
              <a:buNone/>
              <a:defRPr sz="1900">
                <a:solidFill>
                  <a:schemeClr val="bg1"/>
                </a:solidFill>
                <a:latin typeface="+mj-lt"/>
              </a:defRPr>
            </a:lvl6pPr>
            <a:lvl7pPr marL="2394213" indent="0" algn="l">
              <a:buNone/>
              <a:defRPr sz="1900">
                <a:solidFill>
                  <a:schemeClr val="bg1"/>
                </a:solidFill>
                <a:latin typeface="+mj-lt"/>
              </a:defRPr>
            </a:lvl7pPr>
            <a:lvl8pPr marL="2873055" indent="0" algn="l">
              <a:buNone/>
              <a:defRPr sz="1900">
                <a:solidFill>
                  <a:schemeClr val="bg1"/>
                </a:solidFill>
                <a:latin typeface="+mj-lt"/>
              </a:defRPr>
            </a:lvl8pPr>
            <a:lvl9pPr marL="3351897" indent="0" algn="l">
              <a:buNone/>
              <a:defRPr sz="1900">
                <a:solidFill>
                  <a:schemeClr val="bg1"/>
                </a:solidFill>
                <a:latin typeface="+mj-lt"/>
              </a:defRPr>
            </a:lvl9pPr>
          </a:lstStyle>
          <a:p>
            <a:r>
              <a:rPr lang="en-GB" noProof="0" dirty="0"/>
              <a:t>Subtitle and date (move higher if title is only one line)</a:t>
            </a:r>
          </a:p>
        </p:txBody>
      </p:sp>
      <p:sp>
        <p:nvSpPr>
          <p:cNvPr id="21" name="Text Placeholder 31"/>
          <p:cNvSpPr>
            <a:spLocks noGrp="1"/>
          </p:cNvSpPr>
          <p:nvPr>
            <p:ph type="body" sz="quarter" idx="10" hasCustomPrompt="1"/>
          </p:nvPr>
        </p:nvSpPr>
        <p:spPr bwMode="white">
          <a:xfrm>
            <a:off x="1402773" y="679824"/>
            <a:ext cx="3117273" cy="194236"/>
          </a:xfrm>
        </p:spPr>
        <p:txBody>
          <a:bodyPr/>
          <a:lstStyle>
            <a:lvl1pPr>
              <a:defRPr sz="1100">
                <a:solidFill>
                  <a:schemeClr val="bg1"/>
                </a:solidFill>
                <a:latin typeface="Arial" pitchFamily="34" charset="0"/>
                <a:cs typeface="Arial" pitchFamily="34" charset="0"/>
              </a:defRPr>
            </a:lvl1pPr>
            <a:lvl2pPr>
              <a:defRPr sz="1000">
                <a:solidFill>
                  <a:schemeClr val="bg1"/>
                </a:solidFill>
                <a:latin typeface="Arial" pitchFamily="34" charset="0"/>
                <a:cs typeface="Arial" pitchFamily="34" charset="0"/>
              </a:defRPr>
            </a:lvl2pPr>
            <a:lvl3pPr>
              <a:defRPr sz="1000">
                <a:solidFill>
                  <a:schemeClr val="bg1"/>
                </a:solidFill>
                <a:latin typeface="Arial" pitchFamily="34" charset="0"/>
                <a:cs typeface="Arial" pitchFamily="34" charset="0"/>
              </a:defRPr>
            </a:lvl3pPr>
            <a:lvl4pPr>
              <a:defRPr sz="1000">
                <a:solidFill>
                  <a:schemeClr val="bg1"/>
                </a:solidFill>
                <a:latin typeface="Arial" pitchFamily="34" charset="0"/>
                <a:cs typeface="Arial" pitchFamily="34" charset="0"/>
              </a:defRPr>
            </a:lvl4pPr>
            <a:lvl5pPr>
              <a:defRPr sz="1000">
                <a:solidFill>
                  <a:schemeClr val="bg1"/>
                </a:solidFill>
                <a:latin typeface="Arial" pitchFamily="34" charset="0"/>
                <a:cs typeface="Arial" pitchFamily="34" charset="0"/>
              </a:defRPr>
            </a:lvl5pPr>
          </a:lstStyle>
          <a:p>
            <a:pPr lvl="0"/>
            <a:r>
              <a:rPr lang="en-GB" noProof="0" dirty="0" err="1"/>
              <a:t>www.pwc.com</a:t>
            </a:r>
            <a:endParaRPr lang="en-GB" noProof="0" dirty="0"/>
          </a:p>
        </p:txBody>
      </p:sp>
      <p:grpSp>
        <p:nvGrpSpPr>
          <p:cNvPr id="3" name="Group 59"/>
          <p:cNvGrpSpPr/>
          <p:nvPr/>
        </p:nvGrpSpPr>
        <p:grpSpPr>
          <a:xfrm>
            <a:off x="716973" y="8643471"/>
            <a:ext cx="685800" cy="776941"/>
            <a:chOff x="1051560" y="6781800"/>
            <a:chExt cx="1005840" cy="609600"/>
          </a:xfrm>
        </p:grpSpPr>
        <p:sp>
          <p:nvSpPr>
            <p:cNvPr id="19" name="Rectangle 37"/>
            <p:cNvSpPr>
              <a:spLocks noChangeArrowheads="1"/>
            </p:cNvSpPr>
            <p:nvPr userDrawn="1"/>
          </p:nvSpPr>
          <p:spPr bwMode="black">
            <a:xfrm>
              <a:off x="1648968" y="6781800"/>
              <a:ext cx="256032" cy="54864"/>
            </a:xfrm>
            <a:prstGeom prst="rect">
              <a:avLst/>
            </a:prstGeom>
            <a:solidFill>
              <a:srgbClr val="A10000"/>
            </a:solidFill>
            <a:ln w="0">
              <a:solidFill>
                <a:srgbClr val="A1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3" name="Freeform 7"/>
            <p:cNvSpPr>
              <a:spLocks noEditPoints="1"/>
            </p:cNvSpPr>
            <p:nvPr userDrawn="1"/>
          </p:nvSpPr>
          <p:spPr bwMode="black">
            <a:xfrm>
              <a:off x="1051560" y="7000790"/>
              <a:ext cx="1005840" cy="390610"/>
            </a:xfrm>
            <a:custGeom>
              <a:avLst/>
              <a:gdLst/>
              <a:ahLst/>
              <a:cxnLst>
                <a:cxn ang="0">
                  <a:pos x="581" y="233"/>
                </a:cxn>
                <a:cxn ang="0">
                  <a:pos x="538" y="949"/>
                </a:cxn>
                <a:cxn ang="0">
                  <a:pos x="630" y="946"/>
                </a:cxn>
                <a:cxn ang="0">
                  <a:pos x="793" y="880"/>
                </a:cxn>
                <a:cxn ang="0">
                  <a:pos x="886" y="728"/>
                </a:cxn>
                <a:cxn ang="0">
                  <a:pos x="905" y="505"/>
                </a:cxn>
                <a:cxn ang="0">
                  <a:pos x="850" y="329"/>
                </a:cxn>
                <a:cxn ang="0">
                  <a:pos x="727" y="241"/>
                </a:cxn>
                <a:cxn ang="0">
                  <a:pos x="521" y="3"/>
                </a:cxn>
                <a:cxn ang="0">
                  <a:pos x="643" y="74"/>
                </a:cxn>
                <a:cxn ang="0">
                  <a:pos x="761" y="24"/>
                </a:cxn>
                <a:cxn ang="0">
                  <a:pos x="855" y="9"/>
                </a:cxn>
                <a:cxn ang="0">
                  <a:pos x="1026" y="40"/>
                </a:cxn>
                <a:cxn ang="0">
                  <a:pos x="1180" y="172"/>
                </a:cxn>
                <a:cxn ang="0">
                  <a:pos x="1265" y="383"/>
                </a:cxn>
                <a:cxn ang="0">
                  <a:pos x="1265" y="641"/>
                </a:cxn>
                <a:cxn ang="0">
                  <a:pos x="1175" y="857"/>
                </a:cxn>
                <a:cxn ang="0">
                  <a:pos x="1005" y="1006"/>
                </a:cxn>
                <a:cxn ang="0">
                  <a:pos x="766" y="1074"/>
                </a:cxn>
                <a:cxn ang="0">
                  <a:pos x="601" y="1074"/>
                </a:cxn>
                <a:cxn ang="0">
                  <a:pos x="692" y="1447"/>
                </a:cxn>
                <a:cxn ang="0">
                  <a:pos x="171" y="1408"/>
                </a:cxn>
                <a:cxn ang="0">
                  <a:pos x="413" y="3"/>
                </a:cxn>
                <a:cxn ang="0">
                  <a:pos x="3876" y="20"/>
                </a:cxn>
                <a:cxn ang="0">
                  <a:pos x="4036" y="100"/>
                </a:cxn>
                <a:cxn ang="0">
                  <a:pos x="4113" y="232"/>
                </a:cxn>
                <a:cxn ang="0">
                  <a:pos x="4091" y="362"/>
                </a:cxn>
                <a:cxn ang="0">
                  <a:pos x="3995" y="436"/>
                </a:cxn>
                <a:cxn ang="0">
                  <a:pos x="3859" y="438"/>
                </a:cxn>
                <a:cxn ang="0">
                  <a:pos x="3757" y="114"/>
                </a:cxn>
                <a:cxn ang="0">
                  <a:pos x="3597" y="187"/>
                </a:cxn>
                <a:cxn ang="0">
                  <a:pos x="3508" y="339"/>
                </a:cxn>
                <a:cxn ang="0">
                  <a:pos x="3489" y="565"/>
                </a:cxn>
                <a:cxn ang="0">
                  <a:pos x="3547" y="753"/>
                </a:cxn>
                <a:cxn ang="0">
                  <a:pos x="3668" y="869"/>
                </a:cxn>
                <a:cxn ang="0">
                  <a:pos x="3821" y="896"/>
                </a:cxn>
                <a:cxn ang="0">
                  <a:pos x="3931" y="872"/>
                </a:cxn>
                <a:cxn ang="0">
                  <a:pos x="4079" y="810"/>
                </a:cxn>
                <a:cxn ang="0">
                  <a:pos x="4016" y="1024"/>
                </a:cxn>
                <a:cxn ang="0">
                  <a:pos x="3830" y="1080"/>
                </a:cxn>
                <a:cxn ang="0">
                  <a:pos x="3651" y="1095"/>
                </a:cxn>
                <a:cxn ang="0">
                  <a:pos x="3426" y="1060"/>
                </a:cxn>
                <a:cxn ang="0">
                  <a:pos x="3255" y="947"/>
                </a:cxn>
                <a:cxn ang="0">
                  <a:pos x="3140" y="772"/>
                </a:cxn>
                <a:cxn ang="0">
                  <a:pos x="3101" y="561"/>
                </a:cxn>
                <a:cxn ang="0">
                  <a:pos x="3153" y="318"/>
                </a:cxn>
                <a:cxn ang="0">
                  <a:pos x="3293" y="135"/>
                </a:cxn>
                <a:cxn ang="0">
                  <a:pos x="3508" y="27"/>
                </a:cxn>
                <a:cxn ang="0">
                  <a:pos x="2910" y="0"/>
                </a:cxn>
                <a:cxn ang="0">
                  <a:pos x="3040" y="52"/>
                </a:cxn>
                <a:cxn ang="0">
                  <a:pos x="3093" y="178"/>
                </a:cxn>
                <a:cxn ang="0">
                  <a:pos x="3071" y="277"/>
                </a:cxn>
                <a:cxn ang="0">
                  <a:pos x="3004" y="393"/>
                </a:cxn>
                <a:cxn ang="0">
                  <a:pos x="2876" y="561"/>
                </a:cxn>
                <a:cxn ang="0">
                  <a:pos x="1784" y="1078"/>
                </a:cxn>
                <a:cxn ang="0">
                  <a:pos x="1313" y="118"/>
                </a:cxn>
                <a:cxn ang="0">
                  <a:pos x="2247" y="25"/>
                </a:cxn>
                <a:cxn ang="0">
                  <a:pos x="2759" y="62"/>
                </a:cxn>
                <a:cxn ang="0">
                  <a:pos x="2872" y="4"/>
                </a:cxn>
              </a:cxnLst>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grpSp>
        <p:nvGrpSpPr>
          <p:cNvPr id="16" name="Group 31"/>
          <p:cNvGrpSpPr/>
          <p:nvPr userDrawn="1"/>
        </p:nvGrpSpPr>
        <p:grpSpPr>
          <a:xfrm>
            <a:off x="291600" y="4092575"/>
            <a:ext cx="936000" cy="144000"/>
            <a:chOff x="489087" y="2521685"/>
            <a:chExt cx="1209752" cy="151219"/>
          </a:xfrm>
        </p:grpSpPr>
        <p:cxnSp>
          <p:nvCxnSpPr>
            <p:cNvPr id="17" name="Straight Connector 16"/>
            <p:cNvCxnSpPr/>
            <p:nvPr userDrawn="1"/>
          </p:nvCxnSpPr>
          <p:spPr>
            <a:xfrm rot="10800000">
              <a:off x="489087" y="2521686"/>
              <a:ext cx="1209752"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rot="5400000">
              <a:off x="413478" y="2597295"/>
              <a:ext cx="151219" cy="0"/>
            </a:xfrm>
            <a:prstGeom prst="line">
              <a:avLst/>
            </a:prstGeom>
            <a:ln w="12700">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p:sp>
        <p:nvSpPr>
          <p:cNvPr id="22" name="Text Placeholder 34"/>
          <p:cNvSpPr>
            <a:spLocks noGrp="1"/>
          </p:cNvSpPr>
          <p:nvPr>
            <p:ph type="body" sz="quarter" idx="12" hasCustomPrompt="1"/>
          </p:nvPr>
        </p:nvSpPr>
        <p:spPr>
          <a:xfrm>
            <a:off x="381983" y="4168775"/>
            <a:ext cx="808642" cy="860425"/>
          </a:xfrm>
        </p:spPr>
        <p:txBody>
          <a:bodyPr/>
          <a:lstStyle>
            <a:lvl1pPr>
              <a:defRPr i="1"/>
            </a:lvl1pPr>
          </a:lstStyle>
          <a:p>
            <a:pPr lvl="0"/>
            <a:r>
              <a:rPr lang="en-US" dirty="0"/>
              <a:t>[Client]</a:t>
            </a:r>
          </a:p>
          <a:p>
            <a:pPr lvl="0"/>
            <a:r>
              <a:rPr lang="en-US" dirty="0"/>
              <a:t>[Month/year]</a:t>
            </a:r>
            <a:endParaRPr lang="en-GB" dirty="0"/>
          </a:p>
        </p:txBody>
      </p:sp>
    </p:spTree>
    <p:extLst>
      <p:ext uri="{BB962C8B-B14F-4D97-AF65-F5344CB8AC3E}">
        <p14:creationId xmlns:p14="http://schemas.microsoft.com/office/powerpoint/2010/main" val="382756489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sp>
        <p:nvSpPr>
          <p:cNvPr id="17"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3"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
        <p:nvSpPr>
          <p:cNvPr id="16" name="Text Placeholder 15"/>
          <p:cNvSpPr>
            <a:spLocks noGrp="1"/>
          </p:cNvSpPr>
          <p:nvPr>
            <p:ph type="body" sz="quarter" idx="17"/>
          </p:nvPr>
        </p:nvSpPr>
        <p:spPr>
          <a:xfrm>
            <a:off x="381001" y="2495550"/>
            <a:ext cx="2743200" cy="1295400"/>
          </a:xfrm>
        </p:spPr>
        <p:txBody>
          <a:bodyPr/>
          <a:lstStyle>
            <a:lvl1pPr algn="l">
              <a:defRPr sz="2000" b="1" i="1">
                <a:solidFill>
                  <a:schemeClr val="accent1"/>
                </a:solidFill>
              </a:defRPr>
            </a:lvl1pPr>
            <a:lvl2pPr>
              <a:defRPr sz="1800" b="1" i="1"/>
            </a:lvl2pPr>
            <a:lvl3pPr>
              <a:defRPr sz="1800" b="1" i="1"/>
            </a:lvl3pPr>
            <a:lvl4pPr>
              <a:defRPr sz="1800" b="1" i="1"/>
            </a:lvl4pPr>
            <a:lvl5pPr>
              <a:defRPr sz="1800" b="1" i="1"/>
            </a:lvl5pPr>
          </a:lstStyle>
          <a:p>
            <a:pPr lvl="0"/>
            <a:r>
              <a:rPr lang="en-US" dirty="0"/>
              <a:t>Click to edit Master text styles</a:t>
            </a:r>
            <a:endParaRPr lang="en-GB" dirty="0"/>
          </a:p>
        </p:txBody>
      </p:sp>
      <p:cxnSp>
        <p:nvCxnSpPr>
          <p:cNvPr id="10" name="Shape 9"/>
          <p:cNvCxnSpPr/>
          <p:nvPr userDrawn="1"/>
        </p:nvCxnSpPr>
        <p:spPr>
          <a:xfrm rot="5400000" flipH="1" flipV="1">
            <a:off x="1712734" y="931683"/>
            <a:ext cx="220132" cy="3060000"/>
          </a:xfrm>
          <a:prstGeom prst="bentConnector2">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 Placeholder 15"/>
          <p:cNvSpPr>
            <a:spLocks noGrp="1"/>
          </p:cNvSpPr>
          <p:nvPr>
            <p:ph type="body" sz="quarter" idx="18"/>
          </p:nvPr>
        </p:nvSpPr>
        <p:spPr>
          <a:xfrm>
            <a:off x="381001" y="1524000"/>
            <a:ext cx="914400" cy="685800"/>
          </a:xfrm>
        </p:spPr>
        <p:txBody>
          <a:bodyPr/>
          <a:lstStyle>
            <a:lvl1pPr algn="l">
              <a:defRPr sz="4800" b="1" i="0">
                <a:solidFill>
                  <a:schemeClr val="accent1"/>
                </a:solidFill>
              </a:defRPr>
            </a:lvl1pPr>
            <a:lvl2pPr>
              <a:defRPr sz="1800" b="1" i="1"/>
            </a:lvl2pPr>
            <a:lvl3pPr>
              <a:defRPr sz="1800" b="1" i="1"/>
            </a:lvl3pPr>
            <a:lvl4pPr>
              <a:defRPr sz="1800" b="1" i="1"/>
            </a:lvl4pPr>
            <a:lvl5pPr>
              <a:defRPr sz="1800" b="1" i="1"/>
            </a:lvl5pPr>
          </a:lstStyle>
          <a:p>
            <a:pPr lvl="0"/>
            <a:r>
              <a:rPr lang="en-US" dirty="0"/>
              <a:t>C</a:t>
            </a:r>
            <a:endParaRPr lang="en-GB" dirty="0"/>
          </a:p>
        </p:txBody>
      </p:sp>
    </p:spTree>
    <p:extLst>
      <p:ext uri="{BB962C8B-B14F-4D97-AF65-F5344CB8AC3E}">
        <p14:creationId xmlns:p14="http://schemas.microsoft.com/office/powerpoint/2010/main" val="3688900450"/>
      </p:ext>
    </p:extLst>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Three_first page">
    <p:spTree>
      <p:nvGrpSpPr>
        <p:cNvPr id="1" name=""/>
        <p:cNvGrpSpPr/>
        <p:nvPr/>
      </p:nvGrpSpPr>
      <p:grpSpPr>
        <a:xfrm>
          <a:off x="0" y="0"/>
          <a:ext cx="0" cy="0"/>
          <a:chOff x="0" y="0"/>
          <a:chExt cx="0" cy="0"/>
        </a:xfrm>
      </p:grpSpPr>
      <p:sp>
        <p:nvSpPr>
          <p:cNvPr id="28" name="Content Placeholder 26"/>
          <p:cNvSpPr>
            <a:spLocks noGrp="1"/>
          </p:cNvSpPr>
          <p:nvPr>
            <p:ph sz="quarter" idx="14"/>
          </p:nvPr>
        </p:nvSpPr>
        <p:spPr>
          <a:xfrm>
            <a:off x="2476500" y="1524003"/>
            <a:ext cx="1920875" cy="7543797"/>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31" name="Content Placeholder 26"/>
          <p:cNvSpPr>
            <a:spLocks noGrp="1"/>
          </p:cNvSpPr>
          <p:nvPr>
            <p:ph sz="quarter" idx="15"/>
          </p:nvPr>
        </p:nvSpPr>
        <p:spPr>
          <a:xfrm>
            <a:off x="4562475" y="1524000"/>
            <a:ext cx="1914525" cy="7543799"/>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7"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3"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
        <p:nvSpPr>
          <p:cNvPr id="9" name="Rectangle 8"/>
          <p:cNvSpPr/>
          <p:nvPr userDrawn="1"/>
        </p:nvSpPr>
        <p:spPr bwMode="ltGray">
          <a:xfrm>
            <a:off x="0" y="1524000"/>
            <a:ext cx="2266950" cy="2757488"/>
          </a:xfrm>
          <a:prstGeom prst="rect">
            <a:avLst/>
          </a:prstGeom>
          <a:solidFill>
            <a:schemeClr val="tx2"/>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rgbClr val="FFFFFF"/>
              </a:solidFill>
              <a:latin typeface="Georgia" pitchFamily="18" charset="0"/>
            </a:endParaRPr>
          </a:p>
        </p:txBody>
      </p:sp>
      <p:sp>
        <p:nvSpPr>
          <p:cNvPr id="12" name="Content Placeholder 11"/>
          <p:cNvSpPr>
            <a:spLocks noGrp="1"/>
          </p:cNvSpPr>
          <p:nvPr>
            <p:ph sz="quarter" idx="16"/>
          </p:nvPr>
        </p:nvSpPr>
        <p:spPr>
          <a:xfrm>
            <a:off x="381000" y="4572000"/>
            <a:ext cx="1905000" cy="449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ext Placeholder 15"/>
          <p:cNvSpPr>
            <a:spLocks noGrp="1"/>
          </p:cNvSpPr>
          <p:nvPr>
            <p:ph type="body" sz="quarter" idx="17"/>
          </p:nvPr>
        </p:nvSpPr>
        <p:spPr>
          <a:xfrm>
            <a:off x="363538" y="2819400"/>
            <a:ext cx="1693862" cy="1295400"/>
          </a:xfrm>
        </p:spPr>
        <p:txBody>
          <a:bodyPr/>
          <a:lstStyle>
            <a:lvl1pPr algn="l">
              <a:defRPr sz="1800" b="1" i="1">
                <a:solidFill>
                  <a:schemeClr val="bg1"/>
                </a:solidFill>
              </a:defRPr>
            </a:lvl1pPr>
            <a:lvl2pPr>
              <a:defRPr sz="1800" b="1" i="1"/>
            </a:lvl2pPr>
            <a:lvl3pPr>
              <a:defRPr sz="1800" b="1" i="1"/>
            </a:lvl3pPr>
            <a:lvl4pPr>
              <a:defRPr sz="1800" b="1" i="1"/>
            </a:lvl4pPr>
            <a:lvl5pPr>
              <a:defRPr sz="1800" b="1" i="1"/>
            </a:lvl5pPr>
          </a:lstStyle>
          <a:p>
            <a:pPr lvl="0"/>
            <a:r>
              <a:rPr lang="en-US" dirty="0"/>
              <a:t>Click to edit Master text styles</a:t>
            </a:r>
            <a:endParaRPr lang="en-GB" dirty="0"/>
          </a:p>
        </p:txBody>
      </p:sp>
    </p:spTree>
    <p:extLst>
      <p:ext uri="{BB962C8B-B14F-4D97-AF65-F5344CB8AC3E}">
        <p14:creationId xmlns:p14="http://schemas.microsoft.com/office/powerpoint/2010/main" val="176651974"/>
      </p:ext>
    </p:extLst>
  </p:cSld>
  <p:clrMapOvr>
    <a:masterClrMapping/>
  </p:clrMapOvr>
  <p:hf hdr="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Content: Three">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190499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1524000"/>
            <a:ext cx="1920875" cy="36576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4562475" y="1523996"/>
            <a:ext cx="1914525" cy="3657601"/>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
        <p:nvSpPr>
          <p:cNvPr id="7" name="Content Placeholder 26"/>
          <p:cNvSpPr>
            <a:spLocks noGrp="1"/>
          </p:cNvSpPr>
          <p:nvPr>
            <p:ph sz="quarter" idx="16"/>
          </p:nvPr>
        </p:nvSpPr>
        <p:spPr>
          <a:xfrm>
            <a:off x="2476500" y="5410201"/>
            <a:ext cx="1920875" cy="36576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6"/>
          <p:cNvSpPr>
            <a:spLocks noGrp="1"/>
          </p:cNvSpPr>
          <p:nvPr>
            <p:ph sz="quarter" idx="17"/>
          </p:nvPr>
        </p:nvSpPr>
        <p:spPr>
          <a:xfrm>
            <a:off x="4562475" y="5410197"/>
            <a:ext cx="1914525" cy="3657601"/>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Tree>
    <p:extLst>
      <p:ext uri="{BB962C8B-B14F-4D97-AF65-F5344CB8AC3E}">
        <p14:creationId xmlns:p14="http://schemas.microsoft.com/office/powerpoint/2010/main" val="417760369"/>
      </p:ext>
    </p:extLst>
  </p:cSld>
  <p:clrMapOvr>
    <a:masterClrMapping/>
  </p:clrMapOvr>
  <p:hf hdr="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Three">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190499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1523999"/>
            <a:ext cx="1920875" cy="754380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4562475" y="1523996"/>
            <a:ext cx="1914525"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705634842"/>
      </p:ext>
    </p:extLst>
  </p:cSld>
  <p:clrMapOvr>
    <a:masterClrMapping/>
  </p:clrMapOvr>
  <p:hf hdr="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Two">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291464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3547776" y="1523996"/>
            <a:ext cx="2929224"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4075140875"/>
      </p:ext>
    </p:extLst>
  </p:cSld>
  <p:clrMapOvr>
    <a:masterClrMapping/>
  </p:clrMapOvr>
  <p:hf hdr="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ppendix: Two columns">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291464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3547776" y="1523996"/>
            <a:ext cx="2929224"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3455726958"/>
      </p:ext>
    </p:extLst>
  </p:cSld>
  <p:clrMapOvr>
    <a:masterClrMapping/>
  </p:clrMapOvr>
  <p:hf hdr="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ppendix: CV">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2914650"/>
            <a:ext cx="1676399" cy="615315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2914649"/>
            <a:ext cx="4000500" cy="615315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8"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1822415134"/>
      </p:ext>
    </p:extLst>
  </p:cSld>
  <p:clrMapOvr>
    <a:masterClrMapping/>
  </p:clrMapOvr>
  <p:hf hdr="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ppendix: CV (page 2)">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2914650"/>
            <a:ext cx="2914649" cy="615315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3547776" y="2914646"/>
            <a:ext cx="2929224" cy="6153153"/>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1422290137"/>
      </p:ext>
    </p:extLst>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endix: Three columns">
    <p:spTree>
      <p:nvGrpSpPr>
        <p:cNvPr id="1" name=""/>
        <p:cNvGrpSpPr/>
        <p:nvPr/>
      </p:nvGrpSpPr>
      <p:grpSpPr>
        <a:xfrm>
          <a:off x="0" y="0"/>
          <a:ext cx="0" cy="0"/>
          <a:chOff x="0" y="0"/>
          <a:chExt cx="0" cy="0"/>
        </a:xfrm>
      </p:grpSpPr>
      <p:sp>
        <p:nvSpPr>
          <p:cNvPr id="27" name="Content Placeholder 26"/>
          <p:cNvSpPr>
            <a:spLocks noGrp="1"/>
          </p:cNvSpPr>
          <p:nvPr>
            <p:ph sz="quarter" idx="13"/>
          </p:nvPr>
        </p:nvSpPr>
        <p:spPr>
          <a:xfrm>
            <a:off x="381001" y="1524000"/>
            <a:ext cx="1904999" cy="7543800"/>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8" name="Content Placeholder 26"/>
          <p:cNvSpPr>
            <a:spLocks noGrp="1"/>
          </p:cNvSpPr>
          <p:nvPr>
            <p:ph sz="quarter" idx="14"/>
          </p:nvPr>
        </p:nvSpPr>
        <p:spPr>
          <a:xfrm>
            <a:off x="2476500" y="1523999"/>
            <a:ext cx="1920875" cy="7543801"/>
          </a:xfrm>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1" name="Content Placeholder 26"/>
          <p:cNvSpPr>
            <a:spLocks noGrp="1"/>
          </p:cNvSpPr>
          <p:nvPr>
            <p:ph sz="quarter" idx="15"/>
          </p:nvPr>
        </p:nvSpPr>
        <p:spPr>
          <a:xfrm>
            <a:off x="4562475" y="1523996"/>
            <a:ext cx="1914525" cy="7543804"/>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Slide Number Placeholder 5"/>
          <p:cNvSpPr>
            <a:spLocks noGrp="1"/>
          </p:cNvSpPr>
          <p:nvPr>
            <p:ph type="sldNum" sz="quarter" idx="4"/>
          </p:nvPr>
        </p:nvSpPr>
        <p:spPr>
          <a:xfrm>
            <a:off x="4416425" y="9296400"/>
            <a:ext cx="2077893"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PwCFirm"/>
          <p:cNvSpPr txBox="1"/>
          <p:nvPr userDrawn="1"/>
        </p:nvSpPr>
        <p:spPr>
          <a:xfrm>
            <a:off x="363682"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cxnSp>
        <p:nvCxnSpPr>
          <p:cNvPr id="7" name="Straight Connector 6"/>
          <p:cNvCxnSpPr/>
          <p:nvPr userDrawn="1"/>
        </p:nvCxnSpPr>
        <p:spPr>
          <a:xfrm>
            <a:off x="363682" y="1219200"/>
            <a:ext cx="6113318" cy="0"/>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8" name="Text Placeholder 10"/>
          <p:cNvSpPr>
            <a:spLocks noGrp="1"/>
          </p:cNvSpPr>
          <p:nvPr>
            <p:ph type="body" sz="quarter" idx="16"/>
          </p:nvPr>
        </p:nvSpPr>
        <p:spPr>
          <a:xfrm>
            <a:off x="381000" y="990600"/>
            <a:ext cx="4035425" cy="152400"/>
          </a:xfrm>
        </p:spPr>
        <p:txBody>
          <a:bodyPr/>
          <a:lstStyle>
            <a:lvl1pPr>
              <a:defRPr>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1740186495"/>
      </p:ext>
    </p:extLst>
  </p:cSld>
  <p:clrMapOvr>
    <a:masterClrMapping/>
  </p:clrMapOvr>
  <p:hf hdr="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 One with Impact">
    <p:spTree>
      <p:nvGrpSpPr>
        <p:cNvPr id="1" name=""/>
        <p:cNvGrpSpPr/>
        <p:nvPr/>
      </p:nvGrpSpPr>
      <p:grpSpPr>
        <a:xfrm>
          <a:off x="0" y="0"/>
          <a:ext cx="0" cy="0"/>
          <a:chOff x="0" y="0"/>
          <a:chExt cx="0" cy="0"/>
        </a:xfrm>
      </p:grpSpPr>
      <p:sp>
        <p:nvSpPr>
          <p:cNvPr id="2" name="Title 1"/>
          <p:cNvSpPr>
            <a:spLocks noGrp="1"/>
          </p:cNvSpPr>
          <p:nvPr>
            <p:ph type="title"/>
          </p:nvPr>
        </p:nvSpPr>
        <p:spPr>
          <a:xfrm>
            <a:off x="2441863" y="1456764"/>
            <a:ext cx="4052455" cy="1165413"/>
          </a:xfrm>
        </p:spPr>
        <p:txBody>
          <a:bodyPr/>
          <a:lstStyle>
            <a:lvl1pPr>
              <a:defRPr/>
            </a:lvl1pPr>
          </a:lstStyle>
          <a:p>
            <a:r>
              <a:rPr lang="en-GB" noProof="1"/>
              <a:t>Click to edit Master title style</a:t>
            </a:r>
          </a:p>
        </p:txBody>
      </p:sp>
      <p:sp>
        <p:nvSpPr>
          <p:cNvPr id="31" name="Content Placeholder 26"/>
          <p:cNvSpPr>
            <a:spLocks noGrp="1"/>
          </p:cNvSpPr>
          <p:nvPr>
            <p:ph sz="quarter" idx="15"/>
          </p:nvPr>
        </p:nvSpPr>
        <p:spPr>
          <a:xfrm>
            <a:off x="2441863" y="2816414"/>
            <a:ext cx="4052455" cy="5632823"/>
          </a:xfrm>
        </p:spPr>
        <p:txBody>
          <a:bodyPr/>
          <a:lstStyle>
            <a:lvl1pPr>
              <a:defRPr baseline="0"/>
            </a:lvl1pPr>
          </a:lstStyle>
          <a:p>
            <a:pPr lvl="0"/>
            <a:r>
              <a:rPr lang="en-GB" noProof="1"/>
              <a:t>Click to edit Master text styles</a:t>
            </a:r>
          </a:p>
          <a:p>
            <a:pPr lvl="1"/>
            <a:r>
              <a:rPr lang="en-GB" noProof="1"/>
              <a:t>Second level</a:t>
            </a:r>
          </a:p>
          <a:p>
            <a:pPr lvl="2"/>
            <a:r>
              <a:rPr lang="en-GB" noProof="1"/>
              <a:t>Third level</a:t>
            </a:r>
          </a:p>
          <a:p>
            <a:pPr lvl="3"/>
            <a:r>
              <a:rPr lang="en-GB" noProof="1"/>
              <a:t>Fourth level</a:t>
            </a:r>
          </a:p>
          <a:p>
            <a:pPr lvl="4"/>
            <a:r>
              <a:rPr lang="en-GB" noProof="1"/>
              <a:t>Fifth level</a:t>
            </a:r>
          </a:p>
        </p:txBody>
      </p:sp>
      <p:sp>
        <p:nvSpPr>
          <p:cNvPr id="12" name="Text Placeholder 11"/>
          <p:cNvSpPr>
            <a:spLocks noGrp="1"/>
          </p:cNvSpPr>
          <p:nvPr>
            <p:ph type="body" sz="quarter" idx="16"/>
          </p:nvPr>
        </p:nvSpPr>
        <p:spPr>
          <a:xfrm>
            <a:off x="363682" y="2816412"/>
            <a:ext cx="1974273" cy="2719294"/>
          </a:xfrm>
        </p:spPr>
        <p:txBody>
          <a:bodyPr/>
          <a:lstStyle>
            <a:lvl1pPr>
              <a:defRPr sz="1900" b="1" i="1" baseline="0">
                <a:solidFill>
                  <a:schemeClr val="tx2"/>
                </a:solidFill>
              </a:defRPr>
            </a:lvl1pPr>
          </a:lstStyle>
          <a:p>
            <a:pPr lvl="0"/>
            <a:r>
              <a:rPr lang="en-GB" noProof="1"/>
              <a:t>Click to edit Master text styles</a:t>
            </a:r>
          </a:p>
        </p:txBody>
      </p:sp>
      <p:cxnSp>
        <p:nvCxnSpPr>
          <p:cNvPr id="30" name="Shape 29"/>
          <p:cNvCxnSpPr/>
          <p:nvPr/>
        </p:nvCxnSpPr>
        <p:spPr>
          <a:xfrm rot="5400000" flipH="1" flipV="1">
            <a:off x="4307110" y="-609506"/>
            <a:ext cx="220132" cy="4158442"/>
          </a:xfrm>
          <a:prstGeom prst="bentConnector2">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
        <p:nvSpPr>
          <p:cNvPr id="15"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1253585868"/>
      </p:ext>
    </p:extLst>
  </p:cSld>
  <p:clrMapOvr>
    <a:masterClrMapping/>
  </p:clrMapOvr>
  <p:hf hdr="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ntent: Title with Footers">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4"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
        <p:nvSpPr>
          <p:cNvPr id="10"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1"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12"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2692168876"/>
      </p:ext>
    </p:extLst>
  </p:cSld>
  <p:clrMapOvr>
    <a:masterClrMapping/>
  </p:clrMapOvr>
  <p:hf hdr="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ontent: Title Only">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4"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951730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ntent: One">
    <p:spTree>
      <p:nvGrpSpPr>
        <p:cNvPr id="1" name=""/>
        <p:cNvGrpSpPr/>
        <p:nvPr/>
      </p:nvGrpSpPr>
      <p:grpSpPr>
        <a:xfrm>
          <a:off x="0" y="0"/>
          <a:ext cx="0" cy="0"/>
          <a:chOff x="0" y="0"/>
          <a:chExt cx="0" cy="0"/>
        </a:xfrm>
      </p:grpSpPr>
      <p:sp>
        <p:nvSpPr>
          <p:cNvPr id="16"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Content Placeholder 18"/>
          <p:cNvSpPr>
            <a:spLocks noGrp="1"/>
          </p:cNvSpPr>
          <p:nvPr>
            <p:ph sz="quarter" idx="10"/>
          </p:nvPr>
        </p:nvSpPr>
        <p:spPr>
          <a:xfrm>
            <a:off x="363682" y="2816414"/>
            <a:ext cx="6130637" cy="5632823"/>
          </a:xfrm>
        </p:spPr>
        <p:txBody>
          <a:bodyPr/>
          <a:lstStyle>
            <a:lvl5pPr>
              <a:defRPr/>
            </a:lvl5pPr>
            <a:lvl6pPr>
              <a:defRPr/>
            </a:lvl6pPr>
            <a:lvl7pPr>
              <a:defRPr/>
            </a:lvl7pPr>
            <a:lvl8pPr>
              <a:defRPr/>
            </a:lvl8pPr>
            <a:lvl9pPr>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cxnSp>
        <p:nvCxnSpPr>
          <p:cNvPr id="25"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
        <p:nvSpPr>
          <p:cNvPr id="10"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2"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9"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3018504489"/>
      </p:ext>
    </p:extLst>
  </p:cSld>
  <p:clrMapOvr>
    <a:masterClrMapping/>
  </p:clrMapOvr>
  <p:hf hdr="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92858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Empty with Footers">
    <p:spTree>
      <p:nvGrpSpPr>
        <p:cNvPr id="1" name=""/>
        <p:cNvGrpSpPr/>
        <p:nvPr/>
      </p:nvGrpSpPr>
      <p:grpSpPr>
        <a:xfrm>
          <a:off x="0" y="0"/>
          <a:ext cx="0" cy="0"/>
          <a:chOff x="0" y="0"/>
          <a:chExt cx="0" cy="0"/>
        </a:xfrm>
      </p:grpSpPr>
      <p:sp>
        <p:nvSpPr>
          <p:cNvPr id="10"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
        <p:nvSpPr>
          <p:cNvPr id="7"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1"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8"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1107616592"/>
      </p:ext>
    </p:extLst>
  </p:cSld>
  <p:clrMapOvr>
    <a:masterClrMapping/>
  </p:clrMapOvr>
  <p:hf hdr="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Key point">
    <p:bg>
      <p:bgPr>
        <a:solidFill>
          <a:schemeClr val="bg1"/>
        </a:solidFill>
        <a:effectLst/>
      </p:bgPr>
    </p:bg>
    <p:spTree>
      <p:nvGrpSpPr>
        <p:cNvPr id="1" name=""/>
        <p:cNvGrpSpPr/>
        <p:nvPr/>
      </p:nvGrpSpPr>
      <p:grpSpPr>
        <a:xfrm>
          <a:off x="0" y="0"/>
          <a:ext cx="0" cy="0"/>
          <a:chOff x="0" y="0"/>
          <a:chExt cx="0" cy="0"/>
        </a:xfrm>
      </p:grpSpPr>
      <p:sp>
        <p:nvSpPr>
          <p:cNvPr id="15" name="Content Placeholder 26"/>
          <p:cNvSpPr>
            <a:spLocks noGrp="1"/>
          </p:cNvSpPr>
          <p:nvPr>
            <p:ph sz="quarter" idx="15"/>
          </p:nvPr>
        </p:nvSpPr>
        <p:spPr>
          <a:xfrm>
            <a:off x="363682" y="2816414"/>
            <a:ext cx="6130637" cy="5632823"/>
          </a:xfrm>
        </p:spPr>
        <p:txBody>
          <a:bodyPr/>
          <a:lstStyle>
            <a:lvl1pPr>
              <a:defRPr sz="3000" baseline="0">
                <a:solidFill>
                  <a:schemeClr val="tx2"/>
                </a:solidFill>
              </a:defRPr>
            </a:lvl1pPr>
            <a:lvl2pPr>
              <a:buClr>
                <a:schemeClr val="tx2"/>
              </a:buClr>
              <a:defRPr sz="3000">
                <a:solidFill>
                  <a:schemeClr val="tx2"/>
                </a:solidFill>
              </a:defRPr>
            </a:lvl2pPr>
            <a:lvl3pPr>
              <a:buClr>
                <a:schemeClr val="tx2"/>
              </a:buClr>
              <a:defRPr sz="3000">
                <a:solidFill>
                  <a:schemeClr val="tx2"/>
                </a:solidFill>
              </a:defRPr>
            </a:lvl3pPr>
            <a:lvl4pPr>
              <a:buClr>
                <a:schemeClr val="tx2"/>
              </a:buClr>
              <a:defRPr sz="3000">
                <a:solidFill>
                  <a:schemeClr val="tx2"/>
                </a:solidFill>
              </a:defRPr>
            </a:lvl4pPr>
            <a:lvl5pPr>
              <a:buClr>
                <a:schemeClr val="tx2"/>
              </a:buClr>
              <a:defRPr sz="3000">
                <a:solidFill>
                  <a:schemeClr val="tx2"/>
                </a:solidFill>
              </a:defRPr>
            </a:lvl5pPr>
            <a:lvl6pPr>
              <a:buClr>
                <a:schemeClr val="tx2"/>
              </a:buClr>
              <a:defRPr sz="3400" baseline="0">
                <a:solidFill>
                  <a:schemeClr val="tx2"/>
                </a:solidFill>
              </a:defRPr>
            </a:lvl6pPr>
            <a:lvl7pPr>
              <a:buClr>
                <a:schemeClr val="tx2"/>
              </a:buClr>
              <a:buAutoNum type="alphaLcPeriod"/>
              <a:defRPr sz="3400" baseline="0">
                <a:solidFill>
                  <a:schemeClr val="tx2"/>
                </a:solidFill>
              </a:defRPr>
            </a:lvl7pPr>
            <a:lvl8pPr>
              <a:buClr>
                <a:schemeClr val="tx2"/>
              </a:buClr>
              <a:buNone/>
              <a:defRPr sz="3400">
                <a:solidFill>
                  <a:schemeClr val="tx2"/>
                </a:solidFill>
              </a:defRPr>
            </a:lvl8pPr>
            <a:lvl9pPr>
              <a:defRPr sz="3400"/>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16"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7"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
        <p:nvSpPr>
          <p:cNvPr id="9"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0"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1566721517"/>
      </p:ext>
    </p:extLst>
  </p:cSld>
  <p:clrMapOvr>
    <a:masterClrMapping/>
  </p:clrMapOvr>
  <p:hf hdr="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ey point Colour">
    <p:bg>
      <p:bgPr>
        <a:solidFill>
          <a:schemeClr val="tx2"/>
        </a:solidFill>
        <a:effectLst/>
      </p:bgPr>
    </p:bg>
    <p:spTree>
      <p:nvGrpSpPr>
        <p:cNvPr id="1" name=""/>
        <p:cNvGrpSpPr/>
        <p:nvPr/>
      </p:nvGrpSpPr>
      <p:grpSpPr>
        <a:xfrm>
          <a:off x="0" y="0"/>
          <a:ext cx="0" cy="0"/>
          <a:chOff x="0" y="0"/>
          <a:chExt cx="0" cy="0"/>
        </a:xfrm>
      </p:grpSpPr>
      <p:sp>
        <p:nvSpPr>
          <p:cNvPr id="15" name="Content Placeholder 26"/>
          <p:cNvSpPr>
            <a:spLocks noGrp="1"/>
          </p:cNvSpPr>
          <p:nvPr>
            <p:ph sz="quarter" idx="15"/>
          </p:nvPr>
        </p:nvSpPr>
        <p:spPr>
          <a:xfrm>
            <a:off x="363682" y="2816414"/>
            <a:ext cx="6130637" cy="5632823"/>
          </a:xfrm>
        </p:spPr>
        <p:txBody>
          <a:bodyPr/>
          <a:lstStyle>
            <a:lvl1pPr>
              <a:defRPr sz="3000" baseline="0">
                <a:solidFill>
                  <a:schemeClr val="bg1"/>
                </a:solidFill>
              </a:defRPr>
            </a:lvl1pPr>
            <a:lvl2pPr>
              <a:buClr>
                <a:schemeClr val="bg1"/>
              </a:buClr>
              <a:defRPr sz="3000">
                <a:solidFill>
                  <a:schemeClr val="bg1"/>
                </a:solidFill>
              </a:defRPr>
            </a:lvl2pPr>
            <a:lvl3pPr>
              <a:buClr>
                <a:schemeClr val="tx2"/>
              </a:buClr>
              <a:defRPr sz="3000">
                <a:solidFill>
                  <a:schemeClr val="bg1"/>
                </a:solidFill>
              </a:defRPr>
            </a:lvl3pPr>
            <a:lvl4pPr>
              <a:buClr>
                <a:schemeClr val="bg1"/>
              </a:buClr>
              <a:defRPr sz="3000">
                <a:solidFill>
                  <a:schemeClr val="bg1"/>
                </a:solidFill>
              </a:defRPr>
            </a:lvl4pPr>
            <a:lvl5pPr>
              <a:buClr>
                <a:schemeClr val="bg1"/>
              </a:buClr>
              <a:defRPr sz="3000">
                <a:solidFill>
                  <a:schemeClr val="bg1"/>
                </a:solidFill>
              </a:defRPr>
            </a:lvl5pPr>
            <a:lvl6pPr>
              <a:buClr>
                <a:schemeClr val="bg1"/>
              </a:buClr>
              <a:defRPr sz="3000" baseline="0">
                <a:solidFill>
                  <a:schemeClr val="bg1"/>
                </a:solidFill>
              </a:defRPr>
            </a:lvl6pPr>
            <a:lvl7pPr>
              <a:buClr>
                <a:schemeClr val="bg1"/>
              </a:buClr>
              <a:buAutoNum type="alphaLcPeriod"/>
              <a:defRPr sz="3000" baseline="0">
                <a:solidFill>
                  <a:schemeClr val="bg1"/>
                </a:solidFill>
              </a:defRPr>
            </a:lvl7pPr>
            <a:lvl8pPr marL="644645" indent="-214882">
              <a:buClr>
                <a:schemeClr val="bg1"/>
              </a:buClr>
              <a:buFont typeface="+mj-lt"/>
              <a:buAutoNum type="romanLcPeriod"/>
              <a:defRPr sz="3000">
                <a:solidFill>
                  <a:schemeClr val="bg1"/>
                </a:solidFill>
              </a:defRPr>
            </a:lvl8pPr>
            <a:lvl9pPr>
              <a:defRPr sz="3000">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16"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lvl1pPr>
              <a:defRPr>
                <a:solidFill>
                  <a:schemeClr val="bg1"/>
                </a:solidFill>
              </a:defRPr>
            </a:lvl1pPr>
          </a:lstStyle>
          <a:p>
            <a:r>
              <a:rPr lang="en-GB" noProof="0"/>
              <a:t>Click to edit Master title style</a:t>
            </a:r>
            <a:endParaRPr lang="en-GB" noProof="0" dirty="0"/>
          </a:p>
        </p:txBody>
      </p:sp>
      <p:cxnSp>
        <p:nvCxnSpPr>
          <p:cNvPr id="17" name="Shape 24"/>
          <p:cNvCxnSpPr/>
          <p:nvPr/>
        </p:nvCxnSpPr>
        <p:spPr>
          <a:xfrm flipV="1">
            <a:off x="259774"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endParaRPr lang="en-GB">
              <a:solidFill>
                <a:srgbClr val="FFFFFF"/>
              </a:solidFill>
            </a:endParaRPr>
          </a:p>
        </p:txBody>
      </p:sp>
      <p:sp>
        <p:nvSpPr>
          <p:cNvPr id="9"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solidFill>
                  <a:srgbClr val="FFFFFF"/>
                </a:solidFill>
              </a:rPr>
              <a:pPr/>
              <a:t>‹#›</a:t>
            </a:fld>
            <a:endParaRPr lang="en-GB">
              <a:solidFill>
                <a:srgbClr val="FFFFFF"/>
              </a:solidFill>
            </a:endParaRPr>
          </a:p>
        </p:txBody>
      </p:sp>
      <p:sp>
        <p:nvSpPr>
          <p:cNvPr id="10"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solidFill>
                  <a:srgbClr val="FFFFFF"/>
                </a:solidFill>
              </a:rPr>
              <a:t>July 2013</a:t>
            </a:r>
            <a:endParaRPr lang="en-GB" dirty="0">
              <a:solidFill>
                <a:srgbClr val="FFFFFF"/>
              </a:solidFill>
            </a:endParaRPr>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FFFFFF"/>
                </a:solidFill>
                <a:cs typeface="Arial" pitchFamily="34" charset="0"/>
              </a:rPr>
              <a:t>PwC</a:t>
            </a:r>
          </a:p>
        </p:txBody>
      </p:sp>
    </p:spTree>
    <p:extLst>
      <p:ext uri="{BB962C8B-B14F-4D97-AF65-F5344CB8AC3E}">
        <p14:creationId xmlns:p14="http://schemas.microsoft.com/office/powerpoint/2010/main" val="4014985788"/>
      </p:ext>
    </p:extLst>
  </p:cSld>
  <p:clrMapOvr>
    <a:masterClrMapping/>
  </p:clrMapOvr>
  <p:hf hdr="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363682" y="1651001"/>
            <a:ext cx="6130637" cy="582706"/>
          </a:xfrm>
        </p:spPr>
        <p:txBody>
          <a:bodyPr anchor="t" anchorCtr="0">
            <a:noAutofit/>
          </a:bodyPr>
          <a:lstStyle>
            <a:lvl1pPr>
              <a:lnSpc>
                <a:spcPct val="90000"/>
              </a:lnSpc>
              <a:defRPr sz="3000">
                <a:solidFill>
                  <a:schemeClr val="tx1"/>
                </a:solidFill>
              </a:defRPr>
            </a:lvl1pPr>
          </a:lstStyle>
          <a:p>
            <a:r>
              <a:rPr lang="en-GB" noProof="0"/>
              <a:t>Click to edit Master title style</a:t>
            </a:r>
            <a:endParaRPr lang="en-GB" noProof="0" dirty="0"/>
          </a:p>
        </p:txBody>
      </p:sp>
      <p:sp>
        <p:nvSpPr>
          <p:cNvPr id="58" name="Subtitle 2"/>
          <p:cNvSpPr>
            <a:spLocks noGrp="1"/>
          </p:cNvSpPr>
          <p:nvPr>
            <p:ph type="subTitle" idx="1"/>
          </p:nvPr>
        </p:nvSpPr>
        <p:spPr bwMode="black">
          <a:xfrm>
            <a:off x="363682" y="2233706"/>
            <a:ext cx="6130637" cy="582706"/>
          </a:xfrm>
        </p:spPr>
        <p:txBody>
          <a:bodyPr>
            <a:noAutofit/>
          </a:bodyPr>
          <a:lstStyle>
            <a:lvl1pPr marL="0" indent="0" algn="l">
              <a:lnSpc>
                <a:spcPct val="90000"/>
              </a:lnSpc>
              <a:buNone/>
              <a:defRPr sz="3000">
                <a:solidFill>
                  <a:schemeClr val="tx1"/>
                </a:solidFill>
              </a:defRPr>
            </a:lvl1pPr>
            <a:lvl2pPr marL="478842" indent="0" algn="ctr">
              <a:buNone/>
              <a:defRPr>
                <a:solidFill>
                  <a:schemeClr val="tx1">
                    <a:tint val="75000"/>
                  </a:schemeClr>
                </a:solidFill>
              </a:defRPr>
            </a:lvl2pPr>
            <a:lvl3pPr marL="957685" indent="0" algn="ctr">
              <a:buNone/>
              <a:defRPr>
                <a:solidFill>
                  <a:schemeClr val="tx1">
                    <a:tint val="75000"/>
                  </a:schemeClr>
                </a:solidFill>
              </a:defRPr>
            </a:lvl3pPr>
            <a:lvl4pPr marL="1436527" indent="0" algn="ctr">
              <a:buNone/>
              <a:defRPr>
                <a:solidFill>
                  <a:schemeClr val="tx1">
                    <a:tint val="75000"/>
                  </a:schemeClr>
                </a:solidFill>
              </a:defRPr>
            </a:lvl4pPr>
            <a:lvl5pPr marL="1915370" indent="0" algn="ctr">
              <a:buNone/>
              <a:defRPr>
                <a:solidFill>
                  <a:schemeClr val="tx1">
                    <a:tint val="75000"/>
                  </a:schemeClr>
                </a:solidFill>
              </a:defRPr>
            </a:lvl5pPr>
            <a:lvl6pPr marL="2394213" indent="0" algn="ctr">
              <a:buNone/>
              <a:defRPr>
                <a:solidFill>
                  <a:schemeClr val="tx1">
                    <a:tint val="75000"/>
                  </a:schemeClr>
                </a:solidFill>
              </a:defRPr>
            </a:lvl6pPr>
            <a:lvl7pPr marL="2873055" indent="0" algn="ctr">
              <a:buNone/>
              <a:defRPr>
                <a:solidFill>
                  <a:schemeClr val="tx1">
                    <a:tint val="75000"/>
                  </a:schemeClr>
                </a:solidFill>
              </a:defRPr>
            </a:lvl7pPr>
            <a:lvl8pPr marL="3351897" indent="0" algn="ctr">
              <a:buNone/>
              <a:defRPr>
                <a:solidFill>
                  <a:schemeClr val="tx1">
                    <a:tint val="75000"/>
                  </a:schemeClr>
                </a:solidFill>
              </a:defRPr>
            </a:lvl8pPr>
            <a:lvl9pPr marL="3830739" indent="0" algn="ctr">
              <a:buNone/>
              <a:defRPr>
                <a:solidFill>
                  <a:schemeClr val="tx1">
                    <a:tint val="75000"/>
                  </a:schemeClr>
                </a:solidFill>
              </a:defRPr>
            </a:lvl9pPr>
          </a:lstStyle>
          <a:p>
            <a:r>
              <a:rPr lang="en-GB" noProof="0"/>
              <a:t>Click to edit Master subtitle style</a:t>
            </a:r>
            <a:endParaRPr lang="en-GB" noProof="0" dirty="0"/>
          </a:p>
        </p:txBody>
      </p:sp>
      <p:cxnSp>
        <p:nvCxnSpPr>
          <p:cNvPr id="9"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dirty="0">
              <a:solidFill>
                <a:srgbClr val="000000"/>
              </a:solidFill>
            </a:endParaRPr>
          </a:p>
        </p:txBody>
      </p:sp>
      <p:sp>
        <p:nvSpPr>
          <p:cNvPr id="11"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2"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13"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4007826870"/>
      </p:ext>
    </p:extLst>
  </p:cSld>
  <p:clrMapOvr>
    <a:masterClrMapping/>
  </p:clrMapOvr>
  <p:hf hdr="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Section Divider: Colour">
    <p:bg>
      <p:bgPr>
        <a:solidFill>
          <a:schemeClr val="tx2"/>
        </a:solidFill>
        <a:effectLst/>
      </p:bgPr>
    </p:bg>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363682" y="1651001"/>
            <a:ext cx="6130637" cy="582706"/>
          </a:xfrm>
        </p:spPr>
        <p:txBody>
          <a:bodyPr anchor="t" anchorCtr="0">
            <a:noAutofit/>
          </a:bodyPr>
          <a:lstStyle>
            <a:lvl1pPr>
              <a:lnSpc>
                <a:spcPct val="90000"/>
              </a:lnSpc>
              <a:defRPr sz="3000">
                <a:solidFill>
                  <a:schemeClr val="bg1"/>
                </a:solidFill>
                <a:latin typeface="+mj-lt"/>
              </a:defRPr>
            </a:lvl1pPr>
          </a:lstStyle>
          <a:p>
            <a:r>
              <a:rPr lang="en-GB" noProof="0"/>
              <a:t>Click to edit Master title style</a:t>
            </a:r>
            <a:endParaRPr lang="en-GB" noProof="0" dirty="0"/>
          </a:p>
        </p:txBody>
      </p:sp>
      <p:sp>
        <p:nvSpPr>
          <p:cNvPr id="58" name="Subtitle 2"/>
          <p:cNvSpPr>
            <a:spLocks noGrp="1"/>
          </p:cNvSpPr>
          <p:nvPr>
            <p:ph type="subTitle" idx="1"/>
          </p:nvPr>
        </p:nvSpPr>
        <p:spPr bwMode="black">
          <a:xfrm>
            <a:off x="363682" y="2233706"/>
            <a:ext cx="6130637" cy="582706"/>
          </a:xfrm>
        </p:spPr>
        <p:txBody>
          <a:bodyPr>
            <a:noAutofit/>
          </a:bodyPr>
          <a:lstStyle>
            <a:lvl1pPr marL="0" indent="0" algn="l">
              <a:lnSpc>
                <a:spcPct val="90000"/>
              </a:lnSpc>
              <a:buNone/>
              <a:defRPr sz="3000">
                <a:solidFill>
                  <a:schemeClr val="bg1"/>
                </a:solidFill>
                <a:latin typeface="+mj-lt"/>
              </a:defRPr>
            </a:lvl1pPr>
            <a:lvl2pPr marL="478842" indent="0" algn="ctr">
              <a:buNone/>
              <a:defRPr>
                <a:solidFill>
                  <a:schemeClr val="tx1">
                    <a:tint val="75000"/>
                  </a:schemeClr>
                </a:solidFill>
              </a:defRPr>
            </a:lvl2pPr>
            <a:lvl3pPr marL="957685" indent="0" algn="ctr">
              <a:buNone/>
              <a:defRPr>
                <a:solidFill>
                  <a:schemeClr val="tx1">
                    <a:tint val="75000"/>
                  </a:schemeClr>
                </a:solidFill>
              </a:defRPr>
            </a:lvl3pPr>
            <a:lvl4pPr marL="1436527" indent="0" algn="ctr">
              <a:buNone/>
              <a:defRPr>
                <a:solidFill>
                  <a:schemeClr val="tx1">
                    <a:tint val="75000"/>
                  </a:schemeClr>
                </a:solidFill>
              </a:defRPr>
            </a:lvl4pPr>
            <a:lvl5pPr marL="1915370" indent="0" algn="ctr">
              <a:buNone/>
              <a:defRPr>
                <a:solidFill>
                  <a:schemeClr val="tx1">
                    <a:tint val="75000"/>
                  </a:schemeClr>
                </a:solidFill>
              </a:defRPr>
            </a:lvl5pPr>
            <a:lvl6pPr marL="2394213" indent="0" algn="ctr">
              <a:buNone/>
              <a:defRPr>
                <a:solidFill>
                  <a:schemeClr val="tx1">
                    <a:tint val="75000"/>
                  </a:schemeClr>
                </a:solidFill>
              </a:defRPr>
            </a:lvl6pPr>
            <a:lvl7pPr marL="2873055" indent="0" algn="ctr">
              <a:buNone/>
              <a:defRPr>
                <a:solidFill>
                  <a:schemeClr val="tx1">
                    <a:tint val="75000"/>
                  </a:schemeClr>
                </a:solidFill>
              </a:defRPr>
            </a:lvl7pPr>
            <a:lvl8pPr marL="3351897" indent="0" algn="ctr">
              <a:buNone/>
              <a:defRPr>
                <a:solidFill>
                  <a:schemeClr val="tx1">
                    <a:tint val="75000"/>
                  </a:schemeClr>
                </a:solidFill>
              </a:defRPr>
            </a:lvl8pPr>
            <a:lvl9pPr marL="3830739" indent="0" algn="ctr">
              <a:buNone/>
              <a:defRPr>
                <a:solidFill>
                  <a:schemeClr val="tx1">
                    <a:tint val="75000"/>
                  </a:schemeClr>
                </a:solidFill>
              </a:defRPr>
            </a:lvl9pPr>
          </a:lstStyle>
          <a:p>
            <a:r>
              <a:rPr lang="en-GB" noProof="0"/>
              <a:t>Click to edit Master subtitle style</a:t>
            </a:r>
            <a:endParaRPr lang="en-GB" noProof="0" dirty="0"/>
          </a:p>
        </p:txBody>
      </p:sp>
      <p:cxnSp>
        <p:nvCxnSpPr>
          <p:cNvPr id="9" name="Shape 24"/>
          <p:cNvCxnSpPr/>
          <p:nvPr/>
        </p:nvCxnSpPr>
        <p:spPr>
          <a:xfrm flipV="1">
            <a:off x="259774"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endParaRPr lang="en-GB">
              <a:solidFill>
                <a:srgbClr val="FFFFFF"/>
              </a:solidFill>
            </a:endParaRPr>
          </a:p>
        </p:txBody>
      </p:sp>
      <p:sp>
        <p:nvSpPr>
          <p:cNvPr id="16"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solidFill>
                  <a:srgbClr val="FFFFFF"/>
                </a:solidFill>
              </a:rPr>
              <a:pPr/>
              <a:t>‹#›</a:t>
            </a:fld>
            <a:endParaRPr lang="en-GB">
              <a:solidFill>
                <a:srgbClr val="FFFFFF"/>
              </a:solidFill>
            </a:endParaRPr>
          </a:p>
        </p:txBody>
      </p:sp>
      <p:sp>
        <p:nvSpPr>
          <p:cNvPr id="17"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solidFill>
                  <a:srgbClr val="FFFFFF"/>
                </a:solidFill>
              </a:rPr>
              <a:t>July 2013</a:t>
            </a:r>
            <a:endParaRPr lang="en-GB" dirty="0">
              <a:solidFill>
                <a:srgbClr val="FFFFFF"/>
              </a:solidFill>
            </a:endParaRPr>
          </a:p>
        </p:txBody>
      </p:sp>
      <p:sp>
        <p:nvSpPr>
          <p:cNvPr id="11"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FFFFFF"/>
                </a:solidFill>
                <a:cs typeface="Arial" pitchFamily="34" charset="0"/>
              </a:rPr>
              <a:t>PwC</a:t>
            </a:r>
          </a:p>
        </p:txBody>
      </p:sp>
    </p:spTree>
    <p:extLst>
      <p:ext uri="{BB962C8B-B14F-4D97-AF65-F5344CB8AC3E}">
        <p14:creationId xmlns:p14="http://schemas.microsoft.com/office/powerpoint/2010/main" val="3895834279"/>
      </p:ext>
    </p:extLst>
  </p:cSld>
  <p:clrMapOvr>
    <a:masterClrMapping/>
  </p:clrMapOvr>
  <p:hf hdr="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Section Divider: Colour with Content">
    <p:bg>
      <p:bgPr>
        <a:solidFill>
          <a:schemeClr val="tx2"/>
        </a:solidFill>
        <a:effectLst/>
      </p:bgPr>
    </p:bg>
    <p:spTree>
      <p:nvGrpSpPr>
        <p:cNvPr id="1" name=""/>
        <p:cNvGrpSpPr/>
        <p:nvPr/>
      </p:nvGrpSpPr>
      <p:grpSpPr>
        <a:xfrm>
          <a:off x="0" y="0"/>
          <a:ext cx="0" cy="0"/>
          <a:chOff x="0" y="0"/>
          <a:chExt cx="0" cy="0"/>
        </a:xfrm>
      </p:grpSpPr>
      <p:sp>
        <p:nvSpPr>
          <p:cNvPr id="57" name="Title 1"/>
          <p:cNvSpPr>
            <a:spLocks noGrp="1"/>
          </p:cNvSpPr>
          <p:nvPr>
            <p:ph type="ctrTitle"/>
          </p:nvPr>
        </p:nvSpPr>
        <p:spPr bwMode="black">
          <a:xfrm>
            <a:off x="363682" y="1651001"/>
            <a:ext cx="6130637" cy="582706"/>
          </a:xfrm>
        </p:spPr>
        <p:txBody>
          <a:bodyPr anchor="t" anchorCtr="0">
            <a:noAutofit/>
          </a:bodyPr>
          <a:lstStyle>
            <a:lvl1pPr>
              <a:lnSpc>
                <a:spcPct val="90000"/>
              </a:lnSpc>
              <a:defRPr sz="3000">
                <a:solidFill>
                  <a:schemeClr val="bg1"/>
                </a:solidFill>
                <a:latin typeface="+mj-lt"/>
              </a:defRPr>
            </a:lvl1pPr>
          </a:lstStyle>
          <a:p>
            <a:r>
              <a:rPr lang="en-GB" noProof="0"/>
              <a:t>Click to edit Master title style</a:t>
            </a:r>
            <a:endParaRPr lang="en-GB" noProof="0" dirty="0"/>
          </a:p>
        </p:txBody>
      </p:sp>
      <p:sp>
        <p:nvSpPr>
          <p:cNvPr id="58" name="Subtitle 2"/>
          <p:cNvSpPr>
            <a:spLocks noGrp="1"/>
          </p:cNvSpPr>
          <p:nvPr>
            <p:ph type="subTitle" idx="1"/>
          </p:nvPr>
        </p:nvSpPr>
        <p:spPr bwMode="black">
          <a:xfrm>
            <a:off x="363682" y="2233706"/>
            <a:ext cx="6130637" cy="582706"/>
          </a:xfrm>
        </p:spPr>
        <p:txBody>
          <a:bodyPr>
            <a:noAutofit/>
          </a:bodyPr>
          <a:lstStyle>
            <a:lvl1pPr marL="0" indent="0" algn="l">
              <a:lnSpc>
                <a:spcPct val="90000"/>
              </a:lnSpc>
              <a:buNone/>
              <a:defRPr sz="3000">
                <a:solidFill>
                  <a:schemeClr val="bg1"/>
                </a:solidFill>
                <a:latin typeface="+mj-lt"/>
              </a:defRPr>
            </a:lvl1pPr>
            <a:lvl2pPr marL="478842" indent="0" algn="ctr">
              <a:buNone/>
              <a:defRPr>
                <a:solidFill>
                  <a:schemeClr val="tx1">
                    <a:tint val="75000"/>
                  </a:schemeClr>
                </a:solidFill>
              </a:defRPr>
            </a:lvl2pPr>
            <a:lvl3pPr marL="957685" indent="0" algn="ctr">
              <a:buNone/>
              <a:defRPr>
                <a:solidFill>
                  <a:schemeClr val="tx1">
                    <a:tint val="75000"/>
                  </a:schemeClr>
                </a:solidFill>
              </a:defRPr>
            </a:lvl3pPr>
            <a:lvl4pPr marL="1436527" indent="0" algn="ctr">
              <a:buNone/>
              <a:defRPr>
                <a:solidFill>
                  <a:schemeClr val="tx1">
                    <a:tint val="75000"/>
                  </a:schemeClr>
                </a:solidFill>
              </a:defRPr>
            </a:lvl4pPr>
            <a:lvl5pPr marL="1915370" indent="0" algn="ctr">
              <a:buNone/>
              <a:defRPr>
                <a:solidFill>
                  <a:schemeClr val="tx1">
                    <a:tint val="75000"/>
                  </a:schemeClr>
                </a:solidFill>
              </a:defRPr>
            </a:lvl5pPr>
            <a:lvl6pPr marL="2394213" indent="0" algn="ctr">
              <a:buNone/>
              <a:defRPr>
                <a:solidFill>
                  <a:schemeClr val="tx1">
                    <a:tint val="75000"/>
                  </a:schemeClr>
                </a:solidFill>
              </a:defRPr>
            </a:lvl6pPr>
            <a:lvl7pPr marL="2873055" indent="0" algn="ctr">
              <a:buNone/>
              <a:defRPr>
                <a:solidFill>
                  <a:schemeClr val="tx1">
                    <a:tint val="75000"/>
                  </a:schemeClr>
                </a:solidFill>
              </a:defRPr>
            </a:lvl7pPr>
            <a:lvl8pPr marL="3351897" indent="0" algn="ctr">
              <a:buNone/>
              <a:defRPr>
                <a:solidFill>
                  <a:schemeClr val="tx1">
                    <a:tint val="75000"/>
                  </a:schemeClr>
                </a:solidFill>
              </a:defRPr>
            </a:lvl8pPr>
            <a:lvl9pPr marL="3830739" indent="0" algn="ctr">
              <a:buNone/>
              <a:defRPr>
                <a:solidFill>
                  <a:schemeClr val="tx1">
                    <a:tint val="75000"/>
                  </a:schemeClr>
                </a:solidFill>
              </a:defRPr>
            </a:lvl9pPr>
          </a:lstStyle>
          <a:p>
            <a:r>
              <a:rPr lang="en-GB" noProof="0"/>
              <a:t>Click to edit Master subtitle style</a:t>
            </a:r>
            <a:endParaRPr lang="en-GB" noProof="0" dirty="0"/>
          </a:p>
        </p:txBody>
      </p:sp>
      <p:cxnSp>
        <p:nvCxnSpPr>
          <p:cNvPr id="9" name="Shape 24"/>
          <p:cNvCxnSpPr/>
          <p:nvPr/>
        </p:nvCxnSpPr>
        <p:spPr>
          <a:xfrm flipV="1">
            <a:off x="259774"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endParaRPr lang="en-GB">
              <a:solidFill>
                <a:srgbClr val="FFFFFF"/>
              </a:solidFill>
            </a:endParaRPr>
          </a:p>
        </p:txBody>
      </p:sp>
      <p:sp>
        <p:nvSpPr>
          <p:cNvPr id="11" name="Content Placeholder 19"/>
          <p:cNvSpPr>
            <a:spLocks noGrp="1"/>
          </p:cNvSpPr>
          <p:nvPr>
            <p:ph sz="quarter" idx="13"/>
          </p:nvPr>
        </p:nvSpPr>
        <p:spPr>
          <a:xfrm>
            <a:off x="363684" y="3787590"/>
            <a:ext cx="3013364" cy="4661647"/>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solidFill>
                  <a:srgbClr val="FFFFFF"/>
                </a:solidFill>
              </a:rPr>
              <a:pPr/>
              <a:t>‹#›</a:t>
            </a:fld>
            <a:endParaRPr lang="en-GB">
              <a:solidFill>
                <a:srgbClr val="FFFFFF"/>
              </a:solidFill>
            </a:endParaRPr>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solidFill>
                  <a:srgbClr val="FFFFFF"/>
                </a:solidFill>
              </a:rPr>
              <a:t>July 2013</a:t>
            </a:r>
            <a:endParaRPr lang="en-GB" dirty="0">
              <a:solidFill>
                <a:srgbClr val="FFFFFF"/>
              </a:solidFill>
            </a:endParaRPr>
          </a:p>
        </p:txBody>
      </p:sp>
      <p:sp>
        <p:nvSpPr>
          <p:cNvPr id="13" name="PwCFirm"/>
          <p:cNvSpPr txBox="1"/>
          <p:nvPr userDrawn="1"/>
        </p:nvSpPr>
        <p:spPr>
          <a:xfrm>
            <a:off x="363682" y="9226178"/>
            <a:ext cx="1974273" cy="194236"/>
          </a:xfrm>
          <a:prstGeom prst="rect">
            <a:avLst/>
          </a:prstGeom>
          <a:noFill/>
        </p:spPr>
        <p:txBody>
          <a:bodyPr vert="horz" wrap="square" lIns="0" tIns="0" rIns="0" bIns="0" rtlCol="0" anchor="t" anchorCtr="0">
            <a:noAutofit/>
          </a:bodyPr>
          <a:lstStyle/>
          <a:p>
            <a:r>
              <a:rPr lang="en-GB" sz="900" dirty="0">
                <a:solidFill>
                  <a:srgbClr val="FFFFFF"/>
                </a:solidFill>
                <a:cs typeface="Arial" pitchFamily="34" charset="0"/>
              </a:rPr>
              <a:t>PwC</a:t>
            </a:r>
          </a:p>
        </p:txBody>
      </p:sp>
    </p:spTree>
    <p:extLst>
      <p:ext uri="{BB962C8B-B14F-4D97-AF65-F5344CB8AC3E}">
        <p14:creationId xmlns:p14="http://schemas.microsoft.com/office/powerpoint/2010/main" val="1063922554"/>
      </p:ext>
    </p:extLst>
  </p:cSld>
  <p:clrMapOvr>
    <a:masterClrMapping/>
  </p:clrMapOvr>
  <p:hf hdr="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Explanatory notice">
    <p:spTree>
      <p:nvGrpSpPr>
        <p:cNvPr id="1" name=""/>
        <p:cNvGrpSpPr/>
        <p:nvPr/>
      </p:nvGrpSpPr>
      <p:grpSpPr>
        <a:xfrm>
          <a:off x="0" y="0"/>
          <a:ext cx="0" cy="0"/>
          <a:chOff x="0" y="0"/>
          <a:chExt cx="0" cy="0"/>
        </a:xfrm>
      </p:grpSpPr>
      <p:sp>
        <p:nvSpPr>
          <p:cNvPr id="28" name="Content Placeholder 26"/>
          <p:cNvSpPr>
            <a:spLocks noGrp="1"/>
          </p:cNvSpPr>
          <p:nvPr>
            <p:ph sz="quarter" idx="14"/>
          </p:nvPr>
        </p:nvSpPr>
        <p:spPr>
          <a:xfrm>
            <a:off x="363684" y="2622550"/>
            <a:ext cx="5195742" cy="6445250"/>
          </a:xfr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10" name="Title Placeholder 1"/>
          <p:cNvSpPr>
            <a:spLocks noGrp="1"/>
          </p:cNvSpPr>
          <p:nvPr>
            <p:ph type="title"/>
          </p:nvPr>
        </p:nvSpPr>
        <p:spPr>
          <a:xfrm>
            <a:off x="363682" y="1459192"/>
            <a:ext cx="6130637" cy="293408"/>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12" name="Shape 24"/>
          <p:cNvCxnSpPr/>
          <p:nvPr/>
        </p:nvCxnSpPr>
        <p:spPr>
          <a:xfrm flipV="1">
            <a:off x="285000" y="1362074"/>
            <a:ext cx="6192000" cy="221427"/>
          </a:xfrm>
          <a:prstGeom prst="bentConnector3">
            <a:avLst>
              <a:gd name="adj1" fmla="val 0"/>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Slide Number Placeholder 5"/>
          <p:cNvSpPr>
            <a:spLocks noGrp="1"/>
          </p:cNvSpPr>
          <p:nvPr>
            <p:ph type="sldNum" sz="quarter" idx="4"/>
          </p:nvPr>
        </p:nvSpPr>
        <p:spPr>
          <a:xfrm>
            <a:off x="5351318" y="9296400"/>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15" name="PwCFirm"/>
          <p:cNvSpPr txBox="1"/>
          <p:nvPr userDrawn="1"/>
        </p:nvSpPr>
        <p:spPr>
          <a:xfrm>
            <a:off x="363683" y="9296400"/>
            <a:ext cx="1974273" cy="194236"/>
          </a:xfrm>
          <a:prstGeom prst="rect">
            <a:avLst/>
          </a:prstGeom>
          <a:noFill/>
        </p:spPr>
        <p:txBody>
          <a:bodyPr vert="horz" wrap="square" lIns="0" tIns="0" rIns="0" bIns="0" rtlCol="0" anchor="t" anchorCtr="0">
            <a:noAutofit/>
          </a:bodyPr>
          <a:lstStyle/>
          <a:p>
            <a:r>
              <a:rPr lang="en-GB" sz="900" dirty="0">
                <a:solidFill>
                  <a:srgbClr val="000000"/>
                </a:solidFill>
                <a:cs typeface="Arial" pitchFamily="34" charset="0"/>
              </a:rPr>
              <a:t>PwC</a:t>
            </a:r>
          </a:p>
        </p:txBody>
      </p:sp>
    </p:spTree>
    <p:extLst>
      <p:ext uri="{BB962C8B-B14F-4D97-AF65-F5344CB8AC3E}">
        <p14:creationId xmlns:p14="http://schemas.microsoft.com/office/powerpoint/2010/main" val="295997193"/>
      </p:ext>
    </p:extLst>
  </p:cSld>
  <p:clrMapOvr>
    <a:masterClrMapping/>
  </p:clrMapOvr>
  <p:hf hdr="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losing Statement">
    <p:spTree>
      <p:nvGrpSpPr>
        <p:cNvPr id="1" name=""/>
        <p:cNvGrpSpPr/>
        <p:nvPr/>
      </p:nvGrpSpPr>
      <p:grpSpPr>
        <a:xfrm>
          <a:off x="0" y="0"/>
          <a:ext cx="0" cy="0"/>
          <a:chOff x="0" y="0"/>
          <a:chExt cx="0" cy="0"/>
        </a:xfrm>
      </p:grpSpPr>
      <p:sp>
        <p:nvSpPr>
          <p:cNvPr id="11" name="Text Placeholder 10"/>
          <p:cNvSpPr>
            <a:spLocks noGrp="1"/>
          </p:cNvSpPr>
          <p:nvPr>
            <p:ph type="body" sz="quarter" idx="10" hasCustomPrompt="1"/>
          </p:nvPr>
        </p:nvSpPr>
        <p:spPr>
          <a:xfrm>
            <a:off x="363682" y="8449237"/>
            <a:ext cx="3117273" cy="971177"/>
          </a:xfrm>
        </p:spPr>
        <p:txBody>
          <a:bodyPr anchor="b"/>
          <a:lstStyle>
            <a:lvl1pPr algn="l">
              <a:defRPr sz="800">
                <a:latin typeface="Arial" pitchFamily="34" charset="0"/>
                <a:cs typeface="Arial" pitchFamily="34" charset="0"/>
              </a:defRPr>
            </a:lvl1pPr>
          </a:lstStyle>
          <a:p>
            <a:pPr lvl="0"/>
            <a:r>
              <a:rPr lang="en-GB" noProof="0"/>
              <a:t>Add legal and copyright disclaimers here.</a:t>
            </a:r>
          </a:p>
        </p:txBody>
      </p:sp>
      <p:sp>
        <p:nvSpPr>
          <p:cNvPr id="5"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a:t>Click to edit Master title style</a:t>
            </a:r>
            <a:endParaRPr lang="en-GB" noProof="0" dirty="0"/>
          </a:p>
        </p:txBody>
      </p:sp>
      <p:cxnSp>
        <p:nvCxnSpPr>
          <p:cNvPr id="6" name="Shape 24"/>
          <p:cNvCxnSpPr/>
          <p:nvPr/>
        </p:nvCxnSpPr>
        <p:spPr>
          <a:xfrm flipV="1">
            <a:off x="259774" y="1359648"/>
            <a:ext cx="6234547" cy="221427"/>
          </a:xfrm>
          <a:prstGeom prst="bentConnector3">
            <a:avLst>
              <a:gd name="adj1" fmla="val 0"/>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63828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Section Divider: Colour with Content">
    <p:bg>
      <p:bgPr>
        <a:solidFill>
          <a:schemeClr val="bg1"/>
        </a:solidFill>
        <a:effectLst/>
      </p:bgPr>
    </p:bg>
    <p:spTree>
      <p:nvGrpSpPr>
        <p:cNvPr id="1" name=""/>
        <p:cNvGrpSpPr/>
        <p:nvPr/>
      </p:nvGrpSpPr>
      <p:grpSpPr>
        <a:xfrm>
          <a:off x="0" y="0"/>
          <a:ext cx="0" cy="0"/>
          <a:chOff x="0" y="0"/>
          <a:chExt cx="0" cy="0"/>
        </a:xfrm>
      </p:grpSpPr>
      <p:cxnSp>
        <p:nvCxnSpPr>
          <p:cNvPr id="9" name="Shape 24"/>
          <p:cNvCxnSpPr/>
          <p:nvPr/>
        </p:nvCxnSpPr>
        <p:spPr>
          <a:xfrm flipV="1">
            <a:off x="259775"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r>
              <a:rPr lang="en-GB">
                <a:solidFill>
                  <a:srgbClr val="FFFFFF"/>
                </a:solidFill>
              </a:rPr>
              <a:t>Deriving value from your audit</a:t>
            </a:r>
          </a:p>
        </p:txBody>
      </p:sp>
      <p:sp>
        <p:nvSpPr>
          <p:cNvPr id="11" name="Content Placeholder 19"/>
          <p:cNvSpPr>
            <a:spLocks noGrp="1"/>
          </p:cNvSpPr>
          <p:nvPr>
            <p:ph sz="quarter" idx="13"/>
          </p:nvPr>
        </p:nvSpPr>
        <p:spPr>
          <a:xfrm>
            <a:off x="381000" y="1524000"/>
            <a:ext cx="2995614" cy="3048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2"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solidFill>
                  <a:srgbClr val="FFFFFF"/>
                </a:solidFill>
              </a:rPr>
              <a:pPr/>
              <a:t>‹#›</a:t>
            </a:fld>
            <a:endParaRPr lang="en-GB">
              <a:solidFill>
                <a:srgbClr val="FFFFFF"/>
              </a:solidFill>
            </a:endParaRPr>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solidFill>
                  <a:srgbClr val="FFFFFF"/>
                </a:solidFill>
              </a:rPr>
              <a:t>July 2013</a:t>
            </a:r>
            <a:endParaRPr lang="en-GB" dirty="0">
              <a:solidFill>
                <a:srgbClr val="FFFFFF"/>
              </a:solidFill>
            </a:endParaRPr>
          </a:p>
        </p:txBody>
      </p:sp>
      <p:sp>
        <p:nvSpPr>
          <p:cNvPr id="13" name="PwCFirm"/>
          <p:cNvSpPr txBox="1"/>
          <p:nvPr userDrawn="1"/>
        </p:nvSpPr>
        <p:spPr>
          <a:xfrm>
            <a:off x="363683" y="9226178"/>
            <a:ext cx="1974273" cy="194236"/>
          </a:xfrm>
          <a:prstGeom prst="rect">
            <a:avLst/>
          </a:prstGeom>
          <a:noFill/>
        </p:spPr>
        <p:txBody>
          <a:bodyPr vert="horz" wrap="square" lIns="0" tIns="0" rIns="0" bIns="0" rtlCol="0" anchor="t" anchorCtr="0">
            <a:noAutofit/>
          </a:bodyPr>
          <a:lstStyle/>
          <a:p>
            <a:r>
              <a:rPr lang="en-GB" sz="900" dirty="0">
                <a:solidFill>
                  <a:srgbClr val="FFFFFF"/>
                </a:solidFill>
                <a:cs typeface="Arial" pitchFamily="34" charset="0"/>
              </a:rPr>
              <a:t>PwC</a:t>
            </a:r>
          </a:p>
        </p:txBody>
      </p:sp>
      <p:cxnSp>
        <p:nvCxnSpPr>
          <p:cNvPr id="8" name="Shape 24"/>
          <p:cNvCxnSpPr/>
          <p:nvPr userDrawn="1"/>
        </p:nvCxnSpPr>
        <p:spPr>
          <a:xfrm flipV="1">
            <a:off x="279600" y="1359648"/>
            <a:ext cx="4212000" cy="221427"/>
          </a:xfrm>
          <a:prstGeom prst="bentConnector3">
            <a:avLst>
              <a:gd name="adj1" fmla="val 0"/>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Content Placeholder 19"/>
          <p:cNvSpPr>
            <a:spLocks noGrp="1"/>
          </p:cNvSpPr>
          <p:nvPr>
            <p:ph sz="quarter" idx="14"/>
          </p:nvPr>
        </p:nvSpPr>
        <p:spPr>
          <a:xfrm>
            <a:off x="3483600" y="1524000"/>
            <a:ext cx="2995614" cy="3048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1001337512"/>
      </p:ext>
    </p:extLst>
  </p:cSld>
  <p:clrMapOvr>
    <a:masterClrMapping/>
  </p:clrMapOvr>
  <p:hf hdr="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Section Divider: Colour with Content">
    <p:bg>
      <p:bgPr>
        <a:solidFill>
          <a:schemeClr val="bg1"/>
        </a:solidFill>
        <a:effectLst/>
      </p:bgPr>
    </p:bg>
    <p:spTree>
      <p:nvGrpSpPr>
        <p:cNvPr id="1" name=""/>
        <p:cNvGrpSpPr/>
        <p:nvPr/>
      </p:nvGrpSpPr>
      <p:grpSpPr>
        <a:xfrm>
          <a:off x="0" y="0"/>
          <a:ext cx="0" cy="0"/>
          <a:chOff x="0" y="0"/>
          <a:chExt cx="0" cy="0"/>
        </a:xfrm>
      </p:grpSpPr>
      <p:cxnSp>
        <p:nvCxnSpPr>
          <p:cNvPr id="9" name="Shape 24"/>
          <p:cNvCxnSpPr/>
          <p:nvPr/>
        </p:nvCxnSpPr>
        <p:spPr>
          <a:xfrm flipV="1">
            <a:off x="259775" y="1359648"/>
            <a:ext cx="6234547" cy="221427"/>
          </a:xfrm>
          <a:prstGeom prst="bentConnector3">
            <a:avLst>
              <a:gd name="adj1" fmla="val 0"/>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bg1"/>
                </a:solidFill>
                <a:latin typeface="Arial" pitchFamily="34" charset="0"/>
                <a:cs typeface="Arial" pitchFamily="34" charset="0"/>
              </a:defRPr>
            </a:lvl1pPr>
          </a:lstStyle>
          <a:p>
            <a:r>
              <a:rPr lang="en-GB">
                <a:solidFill>
                  <a:srgbClr val="FFFFFF"/>
                </a:solidFill>
              </a:rPr>
              <a:t>Deriving value from your audit</a:t>
            </a:r>
          </a:p>
        </p:txBody>
      </p:sp>
      <p:sp>
        <p:nvSpPr>
          <p:cNvPr id="11" name="Content Placeholder 19"/>
          <p:cNvSpPr>
            <a:spLocks noGrp="1"/>
          </p:cNvSpPr>
          <p:nvPr>
            <p:ph sz="quarter" idx="13"/>
          </p:nvPr>
        </p:nvSpPr>
        <p:spPr>
          <a:xfrm>
            <a:off x="3012931" y="2590800"/>
            <a:ext cx="3013364" cy="3048000"/>
          </a:xfrm>
        </p:spPr>
        <p:txBody>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2"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fld id="{FEBD7F86-1881-4698-8703-FB80B0800997}" type="slidenum">
              <a:rPr lang="en-GB" smtClean="0">
                <a:solidFill>
                  <a:srgbClr val="FFFFFF"/>
                </a:solidFill>
              </a:rPr>
              <a:pPr/>
              <a:t>‹#›</a:t>
            </a:fld>
            <a:endParaRPr lang="en-GB">
              <a:solidFill>
                <a:srgbClr val="FFFFFF"/>
              </a:solidFill>
            </a:endParaRPr>
          </a:p>
        </p:txBody>
      </p:sp>
      <p:sp>
        <p:nvSpPr>
          <p:cNvPr id="16"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bg1"/>
                </a:solidFill>
                <a:latin typeface="Arial" pitchFamily="34" charset="0"/>
                <a:cs typeface="Arial" pitchFamily="34" charset="0"/>
              </a:defRPr>
            </a:lvl1pPr>
          </a:lstStyle>
          <a:p>
            <a:r>
              <a:rPr lang="en-GB">
                <a:solidFill>
                  <a:srgbClr val="FFFFFF"/>
                </a:solidFill>
              </a:rPr>
              <a:t>July 2013</a:t>
            </a:r>
            <a:endParaRPr lang="en-GB" dirty="0">
              <a:solidFill>
                <a:srgbClr val="FFFFFF"/>
              </a:solidFill>
            </a:endParaRPr>
          </a:p>
        </p:txBody>
      </p:sp>
      <p:sp>
        <p:nvSpPr>
          <p:cNvPr id="13" name="PwCFirm"/>
          <p:cNvSpPr txBox="1"/>
          <p:nvPr userDrawn="1"/>
        </p:nvSpPr>
        <p:spPr>
          <a:xfrm>
            <a:off x="363683" y="9226178"/>
            <a:ext cx="1974273" cy="194236"/>
          </a:xfrm>
          <a:prstGeom prst="rect">
            <a:avLst/>
          </a:prstGeom>
          <a:noFill/>
        </p:spPr>
        <p:txBody>
          <a:bodyPr vert="horz" wrap="square" lIns="0" tIns="0" rIns="0" bIns="0" rtlCol="0" anchor="t" anchorCtr="0">
            <a:noAutofit/>
          </a:bodyPr>
          <a:lstStyle/>
          <a:p>
            <a:r>
              <a:rPr lang="en-GB" sz="900" dirty="0">
                <a:solidFill>
                  <a:srgbClr val="FFFFFF"/>
                </a:solidFill>
                <a:cs typeface="Arial" pitchFamily="34" charset="0"/>
              </a:rPr>
              <a:t>PwC</a:t>
            </a:r>
          </a:p>
        </p:txBody>
      </p:sp>
    </p:spTree>
    <p:extLst>
      <p:ext uri="{BB962C8B-B14F-4D97-AF65-F5344CB8AC3E}">
        <p14:creationId xmlns:p14="http://schemas.microsoft.com/office/powerpoint/2010/main" val="729246081"/>
      </p:ext>
    </p:extLst>
  </p:cSld>
  <p:clrMapOvr>
    <a:masterClrMapping/>
  </p:clrMapOvr>
  <p:hf hd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slideLayout" Target="../slideLayouts/slideLayout43.xml"/><Relationship Id="rId16" Type="http://schemas.openxmlformats.org/officeDocument/2006/relationships/slideLayout" Target="../slideLayouts/slideLayout44.xml"/><Relationship Id="rId17" Type="http://schemas.openxmlformats.org/officeDocument/2006/relationships/slideLayout" Target="../slideLayouts/slideLayout45.xml"/><Relationship Id="rId18" Type="http://schemas.openxmlformats.org/officeDocument/2006/relationships/slideLayout" Target="../slideLayouts/slideLayout46.xml"/><Relationship Id="rId19" Type="http://schemas.openxmlformats.org/officeDocument/2006/relationships/slideLayout" Target="../slideLayouts/slideLayout47.xml"/><Relationship Id="rId20" Type="http://schemas.openxmlformats.org/officeDocument/2006/relationships/slideLayout" Target="../slideLayouts/slideLayout48.xml"/><Relationship Id="rId21" Type="http://schemas.openxmlformats.org/officeDocument/2006/relationships/slideLayout" Target="../slideLayouts/slideLayout49.xml"/><Relationship Id="rId22" Type="http://schemas.openxmlformats.org/officeDocument/2006/relationships/slideLayout" Target="../slideLayouts/slideLayout50.xml"/><Relationship Id="rId23" Type="http://schemas.openxmlformats.org/officeDocument/2006/relationships/slideLayout" Target="../slideLayouts/slideLayout51.xml"/><Relationship Id="rId24" Type="http://schemas.openxmlformats.org/officeDocument/2006/relationships/slideLayout" Target="../slideLayouts/slideLayout52.xml"/><Relationship Id="rId25" Type="http://schemas.openxmlformats.org/officeDocument/2006/relationships/slideLayout" Target="../slideLayouts/slideLayout53.xml"/><Relationship Id="rId26" Type="http://schemas.openxmlformats.org/officeDocument/2006/relationships/slideLayout" Target="../slideLayouts/slideLayout54.xml"/><Relationship Id="rId27" Type="http://schemas.openxmlformats.org/officeDocument/2006/relationships/slideLayout" Target="../slideLayouts/slideLayout55.xml"/><Relationship Id="rId28" Type="http://schemas.openxmlformats.org/officeDocument/2006/relationships/slideLayout" Target="../slideLayouts/slideLayout56.xml"/><Relationship Id="rId2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slideLayout" Target="../slideLayouts/slideLayout68.xml"/><Relationship Id="rId13" Type="http://schemas.openxmlformats.org/officeDocument/2006/relationships/slideLayout" Target="../slideLayouts/slideLayout69.xml"/><Relationship Id="rId14" Type="http://schemas.openxmlformats.org/officeDocument/2006/relationships/slideLayout" Target="../slideLayouts/slideLayout70.xml"/><Relationship Id="rId15" Type="http://schemas.openxmlformats.org/officeDocument/2006/relationships/slideLayout" Target="../slideLayouts/slideLayout71.xml"/><Relationship Id="rId16" Type="http://schemas.openxmlformats.org/officeDocument/2006/relationships/slideLayout" Target="../slideLayouts/slideLayout72.xml"/><Relationship Id="rId17" Type="http://schemas.openxmlformats.org/officeDocument/2006/relationships/slideLayout" Target="../slideLayouts/slideLayout73.xml"/><Relationship Id="rId18" Type="http://schemas.openxmlformats.org/officeDocument/2006/relationships/slideLayout" Target="../slideLayouts/slideLayout74.xml"/><Relationship Id="rId19" Type="http://schemas.openxmlformats.org/officeDocument/2006/relationships/slideLayout" Target="../slideLayouts/slideLayout75.xml"/><Relationship Id="rId20" Type="http://schemas.openxmlformats.org/officeDocument/2006/relationships/slideLayout" Target="../slideLayouts/slideLayout76.xml"/><Relationship Id="rId21" Type="http://schemas.openxmlformats.org/officeDocument/2006/relationships/slideLayout" Target="../slideLayouts/slideLayout77.xml"/><Relationship Id="rId22" Type="http://schemas.openxmlformats.org/officeDocument/2006/relationships/slideLayout" Target="../slideLayouts/slideLayout78.xml"/><Relationship Id="rId23" Type="http://schemas.openxmlformats.org/officeDocument/2006/relationships/slideLayout" Target="../slideLayouts/slideLayout79.xml"/><Relationship Id="rId24" Type="http://schemas.openxmlformats.org/officeDocument/2006/relationships/slideLayout" Target="../slideLayouts/slideLayout80.xml"/><Relationship Id="rId25" Type="http://schemas.openxmlformats.org/officeDocument/2006/relationships/slideLayout" Target="../slideLayouts/slideLayout81.xml"/><Relationship Id="rId26" Type="http://schemas.openxmlformats.org/officeDocument/2006/relationships/slideLayout" Target="../slideLayouts/slideLayout82.xml"/><Relationship Id="rId27" Type="http://schemas.openxmlformats.org/officeDocument/2006/relationships/slideLayout" Target="../slideLayouts/slideLayout83.xml"/><Relationship Id="rId28" Type="http://schemas.openxmlformats.org/officeDocument/2006/relationships/slideLayout" Target="../slideLayouts/slideLayout84.xml"/><Relationship Id="rId2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dirty="0"/>
              <a:t>Click to edit</a:t>
            </a:r>
            <a:br>
              <a:rPr lang="en-GB" noProof="0" dirty="0"/>
            </a:br>
            <a:r>
              <a:rPr lang="en-GB" noProof="0" dirty="0"/>
              <a:t>Master title style</a:t>
            </a:r>
          </a:p>
        </p:txBody>
      </p:sp>
      <p:sp>
        <p:nvSpPr>
          <p:cNvPr id="3" name="Text Placeholder 2"/>
          <p:cNvSpPr>
            <a:spLocks noGrp="1"/>
          </p:cNvSpPr>
          <p:nvPr>
            <p:ph type="body" idx="1"/>
          </p:nvPr>
        </p:nvSpPr>
        <p:spPr>
          <a:xfrm>
            <a:off x="363682" y="2816414"/>
            <a:ext cx="6130637" cy="5632823"/>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49"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pPr/>
              <a:t>‹#›</a:t>
            </a:fld>
            <a:endParaRPr lang="en-GB"/>
          </a:p>
        </p:txBody>
      </p:sp>
      <p:sp>
        <p:nvSpPr>
          <p:cNvPr id="50"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t>July 2013</a:t>
            </a:r>
            <a:endParaRPr lang="en-GB" dirty="0"/>
          </a:p>
        </p:txBody>
      </p:sp>
      <p:sp>
        <p:nvSpPr>
          <p:cNvPr id="51"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p>
        </p:txBody>
      </p:sp>
    </p:spTree>
  </p:cSld>
  <p:clrMap bg1="lt1" tx1="dk1" bg2="lt2" tx2="dk2" accent1="accent1" accent2="accent2" accent3="accent3" accent4="accent4" accent5="accent5" accent6="accent6" hlink="hlink" folHlink="folHlink"/>
  <p:sldLayoutIdLst>
    <p:sldLayoutId id="2147483675" r:id="rId1"/>
    <p:sldLayoutId id="2147483672" r:id="rId2"/>
    <p:sldLayoutId id="2147483674" r:id="rId3"/>
    <p:sldLayoutId id="2147483651" r:id="rId4"/>
    <p:sldLayoutId id="2147483687" r:id="rId5"/>
    <p:sldLayoutId id="2147483678" r:id="rId6"/>
    <p:sldLayoutId id="2147483680" r:id="rId7"/>
    <p:sldLayoutId id="2147483654" r:id="rId8"/>
    <p:sldLayoutId id="2147483681" r:id="rId9"/>
    <p:sldLayoutId id="2147483683" r:id="rId10"/>
    <p:sldLayoutId id="2147483684" r:id="rId11"/>
    <p:sldLayoutId id="2147483685" r:id="rId12"/>
    <p:sldLayoutId id="2147483686" r:id="rId13"/>
    <p:sldLayoutId id="2147483662" r:id="rId14"/>
    <p:sldLayoutId id="2147483663" r:id="rId15"/>
    <p:sldLayoutId id="2147483664" r:id="rId16"/>
    <p:sldLayoutId id="2147483652" r:id="rId17"/>
    <p:sldLayoutId id="2147483665" r:id="rId18"/>
    <p:sldLayoutId id="2147483666" r:id="rId19"/>
    <p:sldLayoutId id="2147483667" r:id="rId20"/>
    <p:sldLayoutId id="2147483668" r:id="rId21"/>
    <p:sldLayoutId id="2147483669" r:id="rId22"/>
    <p:sldLayoutId id="2147483670" r:id="rId23"/>
    <p:sldLayoutId id="2147483671" r:id="rId24"/>
    <p:sldLayoutId id="2147483677" r:id="rId25"/>
    <p:sldLayoutId id="2147483676" r:id="rId26"/>
    <p:sldLayoutId id="2147483679" r:id="rId27"/>
    <p:sldLayoutId id="2147483682" r:id="rId28"/>
  </p:sldLayoutIdLst>
  <p:hf hdr="0"/>
  <p:txStyles>
    <p:titleStyle>
      <a:lvl1pPr algn="l" defTabSz="957685" rtl="0" eaLnBrk="1" latinLnBrk="0" hangingPunct="1">
        <a:lnSpc>
          <a:spcPct val="100000"/>
        </a:lnSpc>
        <a:spcBef>
          <a:spcPct val="0"/>
        </a:spcBef>
        <a:buNone/>
        <a:defRPr sz="1900" b="1" i="1" kern="1200">
          <a:solidFill>
            <a:schemeClr val="tx1"/>
          </a:solidFill>
          <a:latin typeface="+mj-lt"/>
          <a:ea typeface="+mj-ea"/>
          <a:cs typeface="+mj-cs"/>
        </a:defRPr>
      </a:lvl1pPr>
    </p:titleStyle>
    <p:bodyStyle>
      <a:lvl1pPr marL="0" marR="0" indent="-214882" algn="l" defTabSz="957685" rtl="0" eaLnBrk="1" fontAlgn="auto" latinLnBrk="0" hangingPunct="1">
        <a:lnSpc>
          <a:spcPct val="100000"/>
        </a:lnSpc>
        <a:spcBef>
          <a:spcPts val="0"/>
        </a:spcBef>
        <a:spcAft>
          <a:spcPts val="563"/>
        </a:spcAft>
        <a:buClr>
          <a:schemeClr val="tx1"/>
        </a:buClr>
        <a:buSzTx/>
        <a:buFontTx/>
        <a:buNone/>
        <a:tabLst/>
        <a:defRPr sz="1000" kern="1200">
          <a:solidFill>
            <a:schemeClr val="tx1"/>
          </a:solidFill>
          <a:latin typeface="Georgia" pitchFamily="18" charset="0"/>
          <a:ea typeface="+mn-ea"/>
          <a:cs typeface="+mn-cs"/>
        </a:defRPr>
      </a:lvl1pPr>
      <a:lvl2pPr marL="214882"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a:solidFill>
            <a:schemeClr val="tx1"/>
          </a:solidFill>
          <a:latin typeface="Georgia" pitchFamily="18" charset="0"/>
          <a:ea typeface="+mn-ea"/>
          <a:cs typeface="+mn-cs"/>
        </a:defRPr>
      </a:lvl2pPr>
      <a:lvl3pPr marL="429763"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a:solidFill>
            <a:schemeClr val="tx1"/>
          </a:solidFill>
          <a:latin typeface="Georgia" pitchFamily="18" charset="0"/>
          <a:ea typeface="+mn-ea"/>
          <a:cs typeface="+mn-cs"/>
        </a:defRPr>
      </a:lvl3pPr>
      <a:lvl4pPr marL="644645"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a:solidFill>
            <a:schemeClr val="tx1"/>
          </a:solidFill>
          <a:latin typeface="Georgia" pitchFamily="18" charset="0"/>
          <a:ea typeface="+mn-ea"/>
          <a:cs typeface="+mn-cs"/>
        </a:defRPr>
      </a:lvl4pPr>
      <a:lvl5pPr marL="859528"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baseline="0">
          <a:solidFill>
            <a:schemeClr val="tx1"/>
          </a:solidFill>
          <a:latin typeface="Georgia" pitchFamily="18" charset="0"/>
          <a:ea typeface="+mn-ea"/>
          <a:cs typeface="+mn-cs"/>
        </a:defRPr>
      </a:lvl5pPr>
      <a:lvl6pPr marL="214882" marR="0" indent="-214882" algn="l" defTabSz="957685" rtl="0" eaLnBrk="1" fontAlgn="auto" latinLnBrk="0" hangingPunct="1">
        <a:lnSpc>
          <a:spcPct val="100000"/>
        </a:lnSpc>
        <a:spcBef>
          <a:spcPts val="0"/>
        </a:spcBef>
        <a:spcAft>
          <a:spcPts val="563"/>
        </a:spcAft>
        <a:buClr>
          <a:schemeClr val="tx1"/>
        </a:buClr>
        <a:buSzPct val="100000"/>
        <a:buFont typeface="+mj-lt"/>
        <a:buAutoNum type="arabicPeriod"/>
        <a:tabLst/>
        <a:defRPr sz="1000" kern="1200" baseline="0">
          <a:solidFill>
            <a:schemeClr val="tx1"/>
          </a:solidFill>
          <a:latin typeface="Georgia" pitchFamily="18" charset="0"/>
          <a:ea typeface="+mn-ea"/>
          <a:cs typeface="+mn-cs"/>
        </a:defRPr>
      </a:lvl6pPr>
      <a:lvl7pPr marL="429763" indent="-214882" algn="l" defTabSz="957685" rtl="0" eaLnBrk="1" latinLnBrk="0" hangingPunct="1">
        <a:lnSpc>
          <a:spcPct val="100000"/>
        </a:lnSpc>
        <a:spcBef>
          <a:spcPts val="0"/>
        </a:spcBef>
        <a:spcAft>
          <a:spcPts val="563"/>
        </a:spcAft>
        <a:buSzPct val="100000"/>
        <a:buFont typeface="+mj-lt"/>
        <a:buAutoNum type="alphaLcPeriod"/>
        <a:defRPr sz="1000" kern="1200" baseline="0">
          <a:solidFill>
            <a:schemeClr val="tx1"/>
          </a:solidFill>
          <a:latin typeface="Georgia" pitchFamily="18" charset="0"/>
          <a:ea typeface="+mn-ea"/>
          <a:cs typeface="+mn-cs"/>
        </a:defRPr>
      </a:lvl7pPr>
      <a:lvl8pPr marL="644645" indent="-214882" algn="l" defTabSz="957685" rtl="0" eaLnBrk="1" latinLnBrk="0" hangingPunct="1">
        <a:lnSpc>
          <a:spcPct val="100000"/>
        </a:lnSpc>
        <a:spcBef>
          <a:spcPts val="0"/>
        </a:spcBef>
        <a:spcAft>
          <a:spcPts val="563"/>
        </a:spcAft>
        <a:buSzPct val="100000"/>
        <a:buFont typeface="+mj-lt"/>
        <a:buAutoNum type="romanLcPeriod"/>
        <a:defRPr sz="1000" kern="1200" baseline="0">
          <a:solidFill>
            <a:schemeClr val="tx1"/>
          </a:solidFill>
          <a:latin typeface="Georgia" pitchFamily="18" charset="0"/>
          <a:ea typeface="+mn-ea"/>
          <a:cs typeface="+mn-cs"/>
        </a:defRPr>
      </a:lvl8pPr>
      <a:lvl9pPr marL="0" indent="-214882" algn="l" defTabSz="957685" rtl="0" eaLnBrk="1" latinLnBrk="0" hangingPunct="1">
        <a:lnSpc>
          <a:spcPct val="100000"/>
        </a:lnSpc>
        <a:spcBef>
          <a:spcPts val="0"/>
        </a:spcBef>
        <a:spcAft>
          <a:spcPts val="563"/>
        </a:spcAft>
        <a:buFont typeface="Arial" pitchFamily="34" charset="0"/>
        <a:buNone/>
        <a:defRPr sz="1000" b="1" kern="1200" baseline="0">
          <a:solidFill>
            <a:schemeClr val="tx2"/>
          </a:solidFill>
          <a:latin typeface="Georgia" pitchFamily="18" charset="0"/>
          <a:ea typeface="+mn-ea"/>
          <a:cs typeface="+mn-cs"/>
        </a:defRPr>
      </a:lvl9pPr>
    </p:bodyStyle>
    <p:otherStyle>
      <a:defPPr>
        <a:defRPr lang="en-US"/>
      </a:defPPr>
      <a:lvl1pPr marL="0" algn="l" defTabSz="957685" rtl="0" eaLnBrk="1" latinLnBrk="0" hangingPunct="1">
        <a:defRPr sz="1900" kern="1200">
          <a:solidFill>
            <a:schemeClr val="tx1"/>
          </a:solidFill>
          <a:latin typeface="+mn-lt"/>
          <a:ea typeface="+mn-ea"/>
          <a:cs typeface="+mn-cs"/>
        </a:defRPr>
      </a:lvl1pPr>
      <a:lvl2pPr marL="478842" algn="l" defTabSz="957685" rtl="0" eaLnBrk="1" latinLnBrk="0" hangingPunct="1">
        <a:defRPr sz="1900" kern="1200">
          <a:solidFill>
            <a:schemeClr val="tx1"/>
          </a:solidFill>
          <a:latin typeface="+mn-lt"/>
          <a:ea typeface="+mn-ea"/>
          <a:cs typeface="+mn-cs"/>
        </a:defRPr>
      </a:lvl2pPr>
      <a:lvl3pPr marL="957685" algn="l" defTabSz="957685" rtl="0" eaLnBrk="1" latinLnBrk="0" hangingPunct="1">
        <a:defRPr sz="1900" kern="1200">
          <a:solidFill>
            <a:schemeClr val="tx1"/>
          </a:solidFill>
          <a:latin typeface="+mn-lt"/>
          <a:ea typeface="+mn-ea"/>
          <a:cs typeface="+mn-cs"/>
        </a:defRPr>
      </a:lvl3pPr>
      <a:lvl4pPr marL="1436527" algn="l" defTabSz="957685" rtl="0" eaLnBrk="1" latinLnBrk="0" hangingPunct="1">
        <a:defRPr sz="1900" kern="1200">
          <a:solidFill>
            <a:schemeClr val="tx1"/>
          </a:solidFill>
          <a:latin typeface="+mn-lt"/>
          <a:ea typeface="+mn-ea"/>
          <a:cs typeface="+mn-cs"/>
        </a:defRPr>
      </a:lvl4pPr>
      <a:lvl5pPr marL="1915370" algn="l" defTabSz="957685" rtl="0" eaLnBrk="1" latinLnBrk="0" hangingPunct="1">
        <a:defRPr sz="1900" kern="1200">
          <a:solidFill>
            <a:schemeClr val="tx1"/>
          </a:solidFill>
          <a:latin typeface="+mn-lt"/>
          <a:ea typeface="+mn-ea"/>
          <a:cs typeface="+mn-cs"/>
        </a:defRPr>
      </a:lvl5pPr>
      <a:lvl6pPr marL="2394213" algn="l" defTabSz="957685" rtl="0" eaLnBrk="1" latinLnBrk="0" hangingPunct="1">
        <a:defRPr sz="1900" kern="1200">
          <a:solidFill>
            <a:schemeClr val="tx1"/>
          </a:solidFill>
          <a:latin typeface="+mn-lt"/>
          <a:ea typeface="+mn-ea"/>
          <a:cs typeface="+mn-cs"/>
        </a:defRPr>
      </a:lvl6pPr>
      <a:lvl7pPr marL="2873055" algn="l" defTabSz="957685" rtl="0" eaLnBrk="1" latinLnBrk="0" hangingPunct="1">
        <a:defRPr sz="1900" kern="1200">
          <a:solidFill>
            <a:schemeClr val="tx1"/>
          </a:solidFill>
          <a:latin typeface="+mn-lt"/>
          <a:ea typeface="+mn-ea"/>
          <a:cs typeface="+mn-cs"/>
        </a:defRPr>
      </a:lvl7pPr>
      <a:lvl8pPr marL="3351897" algn="l" defTabSz="957685" rtl="0" eaLnBrk="1" latinLnBrk="0" hangingPunct="1">
        <a:defRPr sz="1900" kern="1200">
          <a:solidFill>
            <a:schemeClr val="tx1"/>
          </a:solidFill>
          <a:latin typeface="+mn-lt"/>
          <a:ea typeface="+mn-ea"/>
          <a:cs typeface="+mn-cs"/>
        </a:defRPr>
      </a:lvl8pPr>
      <a:lvl9pPr marL="3830739" algn="l" defTabSz="957685"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dirty="0"/>
              <a:t>Click to edit</a:t>
            </a:r>
            <a:br>
              <a:rPr lang="en-GB" noProof="0" dirty="0"/>
            </a:br>
            <a:r>
              <a:rPr lang="en-GB" noProof="0" dirty="0"/>
              <a:t>Master title style</a:t>
            </a:r>
          </a:p>
        </p:txBody>
      </p:sp>
      <p:sp>
        <p:nvSpPr>
          <p:cNvPr id="3" name="Text Placeholder 2"/>
          <p:cNvSpPr>
            <a:spLocks noGrp="1"/>
          </p:cNvSpPr>
          <p:nvPr>
            <p:ph type="body" idx="1"/>
          </p:nvPr>
        </p:nvSpPr>
        <p:spPr>
          <a:xfrm>
            <a:off x="363682" y="2816414"/>
            <a:ext cx="6130637" cy="5632823"/>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49"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50"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51"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Tree>
    <p:extLst>
      <p:ext uri="{BB962C8B-B14F-4D97-AF65-F5344CB8AC3E}">
        <p14:creationId xmlns:p14="http://schemas.microsoft.com/office/powerpoint/2010/main" val="1225671183"/>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Lst>
  <p:hf hdr="0"/>
  <p:txStyles>
    <p:titleStyle>
      <a:lvl1pPr algn="l" defTabSz="957685" rtl="0" eaLnBrk="1" latinLnBrk="0" hangingPunct="1">
        <a:lnSpc>
          <a:spcPct val="100000"/>
        </a:lnSpc>
        <a:spcBef>
          <a:spcPct val="0"/>
        </a:spcBef>
        <a:buNone/>
        <a:defRPr sz="1900" b="1" i="1" kern="1200">
          <a:solidFill>
            <a:schemeClr val="tx1"/>
          </a:solidFill>
          <a:latin typeface="+mj-lt"/>
          <a:ea typeface="+mj-ea"/>
          <a:cs typeface="+mj-cs"/>
        </a:defRPr>
      </a:lvl1pPr>
    </p:titleStyle>
    <p:bodyStyle>
      <a:lvl1pPr marL="0" marR="0" indent="-214882" algn="l" defTabSz="957685" rtl="0" eaLnBrk="1" fontAlgn="auto" latinLnBrk="0" hangingPunct="1">
        <a:lnSpc>
          <a:spcPct val="100000"/>
        </a:lnSpc>
        <a:spcBef>
          <a:spcPts val="0"/>
        </a:spcBef>
        <a:spcAft>
          <a:spcPts val="563"/>
        </a:spcAft>
        <a:buClr>
          <a:schemeClr val="tx1"/>
        </a:buClr>
        <a:buSzTx/>
        <a:buFontTx/>
        <a:buNone/>
        <a:tabLst/>
        <a:defRPr sz="1000" kern="1200">
          <a:solidFill>
            <a:schemeClr val="tx1"/>
          </a:solidFill>
          <a:latin typeface="Georgia" pitchFamily="18" charset="0"/>
          <a:ea typeface="+mn-ea"/>
          <a:cs typeface="+mn-cs"/>
        </a:defRPr>
      </a:lvl1pPr>
      <a:lvl2pPr marL="214882"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a:solidFill>
            <a:schemeClr val="tx1"/>
          </a:solidFill>
          <a:latin typeface="Georgia" pitchFamily="18" charset="0"/>
          <a:ea typeface="+mn-ea"/>
          <a:cs typeface="+mn-cs"/>
        </a:defRPr>
      </a:lvl2pPr>
      <a:lvl3pPr marL="429763"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a:solidFill>
            <a:schemeClr val="tx1"/>
          </a:solidFill>
          <a:latin typeface="Georgia" pitchFamily="18" charset="0"/>
          <a:ea typeface="+mn-ea"/>
          <a:cs typeface="+mn-cs"/>
        </a:defRPr>
      </a:lvl3pPr>
      <a:lvl4pPr marL="644645"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a:solidFill>
            <a:schemeClr val="tx1"/>
          </a:solidFill>
          <a:latin typeface="Georgia" pitchFamily="18" charset="0"/>
          <a:ea typeface="+mn-ea"/>
          <a:cs typeface="+mn-cs"/>
        </a:defRPr>
      </a:lvl4pPr>
      <a:lvl5pPr marL="859528"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baseline="0">
          <a:solidFill>
            <a:schemeClr val="tx1"/>
          </a:solidFill>
          <a:latin typeface="Georgia" pitchFamily="18" charset="0"/>
          <a:ea typeface="+mn-ea"/>
          <a:cs typeface="+mn-cs"/>
        </a:defRPr>
      </a:lvl5pPr>
      <a:lvl6pPr marL="214882" marR="0" indent="-214882" algn="l" defTabSz="957685" rtl="0" eaLnBrk="1" fontAlgn="auto" latinLnBrk="0" hangingPunct="1">
        <a:lnSpc>
          <a:spcPct val="100000"/>
        </a:lnSpc>
        <a:spcBef>
          <a:spcPts val="0"/>
        </a:spcBef>
        <a:spcAft>
          <a:spcPts val="563"/>
        </a:spcAft>
        <a:buClr>
          <a:schemeClr val="tx1"/>
        </a:buClr>
        <a:buSzPct val="100000"/>
        <a:buFont typeface="+mj-lt"/>
        <a:buAutoNum type="arabicPeriod"/>
        <a:tabLst/>
        <a:defRPr sz="1000" kern="1200" baseline="0">
          <a:solidFill>
            <a:schemeClr val="tx1"/>
          </a:solidFill>
          <a:latin typeface="Georgia" pitchFamily="18" charset="0"/>
          <a:ea typeface="+mn-ea"/>
          <a:cs typeface="+mn-cs"/>
        </a:defRPr>
      </a:lvl6pPr>
      <a:lvl7pPr marL="429763" indent="-214882" algn="l" defTabSz="957685" rtl="0" eaLnBrk="1" latinLnBrk="0" hangingPunct="1">
        <a:lnSpc>
          <a:spcPct val="100000"/>
        </a:lnSpc>
        <a:spcBef>
          <a:spcPts val="0"/>
        </a:spcBef>
        <a:spcAft>
          <a:spcPts val="563"/>
        </a:spcAft>
        <a:buSzPct val="100000"/>
        <a:buFont typeface="+mj-lt"/>
        <a:buAutoNum type="alphaLcPeriod"/>
        <a:defRPr sz="1000" kern="1200" baseline="0">
          <a:solidFill>
            <a:schemeClr val="tx1"/>
          </a:solidFill>
          <a:latin typeface="Georgia" pitchFamily="18" charset="0"/>
          <a:ea typeface="+mn-ea"/>
          <a:cs typeface="+mn-cs"/>
        </a:defRPr>
      </a:lvl7pPr>
      <a:lvl8pPr marL="644645" indent="-214882" algn="l" defTabSz="957685" rtl="0" eaLnBrk="1" latinLnBrk="0" hangingPunct="1">
        <a:lnSpc>
          <a:spcPct val="100000"/>
        </a:lnSpc>
        <a:spcBef>
          <a:spcPts val="0"/>
        </a:spcBef>
        <a:spcAft>
          <a:spcPts val="563"/>
        </a:spcAft>
        <a:buSzPct val="100000"/>
        <a:buFont typeface="+mj-lt"/>
        <a:buAutoNum type="romanLcPeriod"/>
        <a:defRPr sz="1000" kern="1200" baseline="0">
          <a:solidFill>
            <a:schemeClr val="tx1"/>
          </a:solidFill>
          <a:latin typeface="Georgia" pitchFamily="18" charset="0"/>
          <a:ea typeface="+mn-ea"/>
          <a:cs typeface="+mn-cs"/>
        </a:defRPr>
      </a:lvl8pPr>
      <a:lvl9pPr marL="0" indent="-214882" algn="l" defTabSz="957685" rtl="0" eaLnBrk="1" latinLnBrk="0" hangingPunct="1">
        <a:lnSpc>
          <a:spcPct val="100000"/>
        </a:lnSpc>
        <a:spcBef>
          <a:spcPts val="0"/>
        </a:spcBef>
        <a:spcAft>
          <a:spcPts val="563"/>
        </a:spcAft>
        <a:buFont typeface="Arial" pitchFamily="34" charset="0"/>
        <a:buNone/>
        <a:defRPr sz="1000" b="1" kern="1200" baseline="0">
          <a:solidFill>
            <a:schemeClr val="tx2"/>
          </a:solidFill>
          <a:latin typeface="Georgia" pitchFamily="18" charset="0"/>
          <a:ea typeface="+mn-ea"/>
          <a:cs typeface="+mn-cs"/>
        </a:defRPr>
      </a:lvl9pPr>
    </p:bodyStyle>
    <p:otherStyle>
      <a:defPPr>
        <a:defRPr lang="en-US"/>
      </a:defPPr>
      <a:lvl1pPr marL="0" algn="l" defTabSz="957685" rtl="0" eaLnBrk="1" latinLnBrk="0" hangingPunct="1">
        <a:defRPr sz="1900" kern="1200">
          <a:solidFill>
            <a:schemeClr val="tx1"/>
          </a:solidFill>
          <a:latin typeface="+mn-lt"/>
          <a:ea typeface="+mn-ea"/>
          <a:cs typeface="+mn-cs"/>
        </a:defRPr>
      </a:lvl1pPr>
      <a:lvl2pPr marL="478842" algn="l" defTabSz="957685" rtl="0" eaLnBrk="1" latinLnBrk="0" hangingPunct="1">
        <a:defRPr sz="1900" kern="1200">
          <a:solidFill>
            <a:schemeClr val="tx1"/>
          </a:solidFill>
          <a:latin typeface="+mn-lt"/>
          <a:ea typeface="+mn-ea"/>
          <a:cs typeface="+mn-cs"/>
        </a:defRPr>
      </a:lvl2pPr>
      <a:lvl3pPr marL="957685" algn="l" defTabSz="957685" rtl="0" eaLnBrk="1" latinLnBrk="0" hangingPunct="1">
        <a:defRPr sz="1900" kern="1200">
          <a:solidFill>
            <a:schemeClr val="tx1"/>
          </a:solidFill>
          <a:latin typeface="+mn-lt"/>
          <a:ea typeface="+mn-ea"/>
          <a:cs typeface="+mn-cs"/>
        </a:defRPr>
      </a:lvl3pPr>
      <a:lvl4pPr marL="1436527" algn="l" defTabSz="957685" rtl="0" eaLnBrk="1" latinLnBrk="0" hangingPunct="1">
        <a:defRPr sz="1900" kern="1200">
          <a:solidFill>
            <a:schemeClr val="tx1"/>
          </a:solidFill>
          <a:latin typeface="+mn-lt"/>
          <a:ea typeface="+mn-ea"/>
          <a:cs typeface="+mn-cs"/>
        </a:defRPr>
      </a:lvl4pPr>
      <a:lvl5pPr marL="1915370" algn="l" defTabSz="957685" rtl="0" eaLnBrk="1" latinLnBrk="0" hangingPunct="1">
        <a:defRPr sz="1900" kern="1200">
          <a:solidFill>
            <a:schemeClr val="tx1"/>
          </a:solidFill>
          <a:latin typeface="+mn-lt"/>
          <a:ea typeface="+mn-ea"/>
          <a:cs typeface="+mn-cs"/>
        </a:defRPr>
      </a:lvl5pPr>
      <a:lvl6pPr marL="2394213" algn="l" defTabSz="957685" rtl="0" eaLnBrk="1" latinLnBrk="0" hangingPunct="1">
        <a:defRPr sz="1900" kern="1200">
          <a:solidFill>
            <a:schemeClr val="tx1"/>
          </a:solidFill>
          <a:latin typeface="+mn-lt"/>
          <a:ea typeface="+mn-ea"/>
          <a:cs typeface="+mn-cs"/>
        </a:defRPr>
      </a:lvl6pPr>
      <a:lvl7pPr marL="2873055" algn="l" defTabSz="957685" rtl="0" eaLnBrk="1" latinLnBrk="0" hangingPunct="1">
        <a:defRPr sz="1900" kern="1200">
          <a:solidFill>
            <a:schemeClr val="tx1"/>
          </a:solidFill>
          <a:latin typeface="+mn-lt"/>
          <a:ea typeface="+mn-ea"/>
          <a:cs typeface="+mn-cs"/>
        </a:defRPr>
      </a:lvl7pPr>
      <a:lvl8pPr marL="3351897" algn="l" defTabSz="957685" rtl="0" eaLnBrk="1" latinLnBrk="0" hangingPunct="1">
        <a:defRPr sz="1900" kern="1200">
          <a:solidFill>
            <a:schemeClr val="tx1"/>
          </a:solidFill>
          <a:latin typeface="+mn-lt"/>
          <a:ea typeface="+mn-ea"/>
          <a:cs typeface="+mn-cs"/>
        </a:defRPr>
      </a:lvl8pPr>
      <a:lvl9pPr marL="3830739" algn="l" defTabSz="957685"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3682" y="1456764"/>
            <a:ext cx="6130637" cy="1165413"/>
          </a:xfrm>
          <a:prstGeom prst="rect">
            <a:avLst/>
          </a:prstGeom>
        </p:spPr>
        <p:txBody>
          <a:bodyPr vert="horz" lIns="0" tIns="0" rIns="0" bIns="0" rtlCol="0" anchor="t" anchorCtr="0">
            <a:noAutofit/>
          </a:bodyPr>
          <a:lstStyle/>
          <a:p>
            <a:r>
              <a:rPr lang="en-GB" noProof="0" dirty="0"/>
              <a:t>Click to edit</a:t>
            </a:r>
            <a:br>
              <a:rPr lang="en-GB" noProof="0" dirty="0"/>
            </a:br>
            <a:r>
              <a:rPr lang="en-GB" noProof="0" dirty="0"/>
              <a:t>Master title style</a:t>
            </a:r>
          </a:p>
        </p:txBody>
      </p:sp>
      <p:sp>
        <p:nvSpPr>
          <p:cNvPr id="3" name="Text Placeholder 2"/>
          <p:cNvSpPr>
            <a:spLocks noGrp="1"/>
          </p:cNvSpPr>
          <p:nvPr>
            <p:ph type="body" idx="1"/>
          </p:nvPr>
        </p:nvSpPr>
        <p:spPr>
          <a:xfrm>
            <a:off x="363682" y="2816414"/>
            <a:ext cx="6130637" cy="5632823"/>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49" name="Slide Number Placeholder 5"/>
          <p:cNvSpPr>
            <a:spLocks noGrp="1"/>
          </p:cNvSpPr>
          <p:nvPr>
            <p:ph type="sldNum" sz="quarter" idx="4"/>
          </p:nvPr>
        </p:nvSpPr>
        <p:spPr>
          <a:xfrm>
            <a:off x="5351318" y="9226178"/>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fld id="{FEBD7F86-1881-4698-8703-FB80B0800997}" type="slidenum">
              <a:rPr lang="en-GB" smtClean="0">
                <a:solidFill>
                  <a:srgbClr val="000000"/>
                </a:solidFill>
              </a:rPr>
              <a:pPr/>
              <a:t>‹#›</a:t>
            </a:fld>
            <a:endParaRPr lang="en-GB">
              <a:solidFill>
                <a:srgbClr val="000000"/>
              </a:solidFill>
            </a:endParaRPr>
          </a:p>
        </p:txBody>
      </p:sp>
      <p:sp>
        <p:nvSpPr>
          <p:cNvPr id="50" name="Date Placeholder 3"/>
          <p:cNvSpPr>
            <a:spLocks noGrp="1"/>
          </p:cNvSpPr>
          <p:nvPr>
            <p:ph type="dt" sz="half" idx="2"/>
          </p:nvPr>
        </p:nvSpPr>
        <p:spPr>
          <a:xfrm>
            <a:off x="5351318" y="9031941"/>
            <a:ext cx="1143000" cy="194236"/>
          </a:xfrm>
          <a:prstGeom prst="rect">
            <a:avLst/>
          </a:prstGeom>
        </p:spPr>
        <p:txBody>
          <a:bodyPr lIns="0" tIns="0" rIns="0" bIns="0" anchor="t" anchorCtr="0">
            <a:noAutofit/>
          </a:bodyPr>
          <a:lstStyle>
            <a:lvl1pPr algn="r">
              <a:defRPr sz="900">
                <a:solidFill>
                  <a:schemeClr val="tx1"/>
                </a:solidFill>
                <a:latin typeface="Arial" pitchFamily="34" charset="0"/>
                <a:cs typeface="Arial" pitchFamily="34" charset="0"/>
              </a:defRPr>
            </a:lvl1pPr>
          </a:lstStyle>
          <a:p>
            <a:r>
              <a:rPr lang="en-GB">
                <a:solidFill>
                  <a:srgbClr val="000000"/>
                </a:solidFill>
              </a:rPr>
              <a:t>July 2013</a:t>
            </a:r>
            <a:endParaRPr lang="en-GB" dirty="0">
              <a:solidFill>
                <a:srgbClr val="000000"/>
              </a:solidFill>
            </a:endParaRPr>
          </a:p>
        </p:txBody>
      </p:sp>
      <p:sp>
        <p:nvSpPr>
          <p:cNvPr id="51" name="Footer Placeholder 4"/>
          <p:cNvSpPr>
            <a:spLocks noGrp="1"/>
          </p:cNvSpPr>
          <p:nvPr>
            <p:ph type="ftr" sz="quarter" idx="3"/>
          </p:nvPr>
        </p:nvSpPr>
        <p:spPr>
          <a:xfrm>
            <a:off x="367732" y="9031943"/>
            <a:ext cx="3941588" cy="194234"/>
          </a:xfrm>
          <a:prstGeom prst="rect">
            <a:avLst/>
          </a:prstGeom>
        </p:spPr>
        <p:txBody>
          <a:bodyPr vert="horz" lIns="0" tIns="0" rIns="0" bIns="0" anchor="b" anchorCtr="0">
            <a:noAutofit/>
          </a:bodyPr>
          <a:lstStyle>
            <a:lvl1pPr algn="l">
              <a:defRPr sz="900">
                <a:solidFill>
                  <a:schemeClr val="tx1"/>
                </a:solidFill>
                <a:latin typeface="Arial" pitchFamily="34" charset="0"/>
                <a:cs typeface="Arial" pitchFamily="34" charset="0"/>
              </a:defRPr>
            </a:lvl1pPr>
          </a:lstStyle>
          <a:p>
            <a:endParaRPr lang="en-GB">
              <a:solidFill>
                <a:srgbClr val="000000"/>
              </a:solidFill>
            </a:endParaRPr>
          </a:p>
        </p:txBody>
      </p:sp>
    </p:spTree>
    <p:extLst>
      <p:ext uri="{BB962C8B-B14F-4D97-AF65-F5344CB8AC3E}">
        <p14:creationId xmlns:p14="http://schemas.microsoft.com/office/powerpoint/2010/main" val="1509041031"/>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4" r:id="rId27"/>
    <p:sldLayoutId id="2147483745" r:id="rId28"/>
  </p:sldLayoutIdLst>
  <p:hf hdr="0"/>
  <p:txStyles>
    <p:titleStyle>
      <a:lvl1pPr algn="l" defTabSz="957685" rtl="0" eaLnBrk="1" latinLnBrk="0" hangingPunct="1">
        <a:lnSpc>
          <a:spcPct val="100000"/>
        </a:lnSpc>
        <a:spcBef>
          <a:spcPct val="0"/>
        </a:spcBef>
        <a:buNone/>
        <a:defRPr sz="1900" b="1" i="1" kern="1200">
          <a:solidFill>
            <a:schemeClr val="tx1"/>
          </a:solidFill>
          <a:latin typeface="+mj-lt"/>
          <a:ea typeface="+mj-ea"/>
          <a:cs typeface="+mj-cs"/>
        </a:defRPr>
      </a:lvl1pPr>
    </p:titleStyle>
    <p:bodyStyle>
      <a:lvl1pPr marL="0" marR="0" indent="-214882" algn="l" defTabSz="957685" rtl="0" eaLnBrk="1" fontAlgn="auto" latinLnBrk="0" hangingPunct="1">
        <a:lnSpc>
          <a:spcPct val="100000"/>
        </a:lnSpc>
        <a:spcBef>
          <a:spcPts val="0"/>
        </a:spcBef>
        <a:spcAft>
          <a:spcPts val="563"/>
        </a:spcAft>
        <a:buClr>
          <a:schemeClr val="tx1"/>
        </a:buClr>
        <a:buSzTx/>
        <a:buFontTx/>
        <a:buNone/>
        <a:tabLst/>
        <a:defRPr sz="1000" kern="1200">
          <a:solidFill>
            <a:schemeClr val="tx1"/>
          </a:solidFill>
          <a:latin typeface="Georgia" pitchFamily="18" charset="0"/>
          <a:ea typeface="+mn-ea"/>
          <a:cs typeface="+mn-cs"/>
        </a:defRPr>
      </a:lvl1pPr>
      <a:lvl2pPr marL="214882"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a:solidFill>
            <a:schemeClr val="tx1"/>
          </a:solidFill>
          <a:latin typeface="Georgia" pitchFamily="18" charset="0"/>
          <a:ea typeface="+mn-ea"/>
          <a:cs typeface="+mn-cs"/>
        </a:defRPr>
      </a:lvl2pPr>
      <a:lvl3pPr marL="429763"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a:solidFill>
            <a:schemeClr val="tx1"/>
          </a:solidFill>
          <a:latin typeface="Georgia" pitchFamily="18" charset="0"/>
          <a:ea typeface="+mn-ea"/>
          <a:cs typeface="+mn-cs"/>
        </a:defRPr>
      </a:lvl3pPr>
      <a:lvl4pPr marL="644645"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a:solidFill>
            <a:schemeClr val="tx1"/>
          </a:solidFill>
          <a:latin typeface="Georgia" pitchFamily="18" charset="0"/>
          <a:ea typeface="+mn-ea"/>
          <a:cs typeface="+mn-cs"/>
        </a:defRPr>
      </a:lvl4pPr>
      <a:lvl5pPr marL="859528" indent="-214882" algn="l" defTabSz="957685" rtl="0" eaLnBrk="1" latinLnBrk="0" hangingPunct="1">
        <a:lnSpc>
          <a:spcPct val="100000"/>
        </a:lnSpc>
        <a:spcBef>
          <a:spcPts val="0"/>
        </a:spcBef>
        <a:spcAft>
          <a:spcPts val="563"/>
        </a:spcAft>
        <a:buClr>
          <a:schemeClr val="tx1"/>
        </a:buClr>
        <a:buFont typeface="Georgia" pitchFamily="18" charset="0"/>
        <a:buChar char="›"/>
        <a:defRPr sz="1000" kern="1200" baseline="0">
          <a:solidFill>
            <a:schemeClr val="tx1"/>
          </a:solidFill>
          <a:latin typeface="Georgia" pitchFamily="18" charset="0"/>
          <a:ea typeface="+mn-ea"/>
          <a:cs typeface="+mn-cs"/>
        </a:defRPr>
      </a:lvl5pPr>
      <a:lvl6pPr marL="214882" marR="0" indent="-214882" algn="l" defTabSz="957685" rtl="0" eaLnBrk="1" fontAlgn="auto" latinLnBrk="0" hangingPunct="1">
        <a:lnSpc>
          <a:spcPct val="100000"/>
        </a:lnSpc>
        <a:spcBef>
          <a:spcPts val="0"/>
        </a:spcBef>
        <a:spcAft>
          <a:spcPts val="563"/>
        </a:spcAft>
        <a:buClr>
          <a:schemeClr val="tx1"/>
        </a:buClr>
        <a:buSzPct val="100000"/>
        <a:buFont typeface="+mj-lt"/>
        <a:buAutoNum type="arabicPeriod"/>
        <a:tabLst/>
        <a:defRPr sz="1000" kern="1200" baseline="0">
          <a:solidFill>
            <a:schemeClr val="tx1"/>
          </a:solidFill>
          <a:latin typeface="Georgia" pitchFamily="18" charset="0"/>
          <a:ea typeface="+mn-ea"/>
          <a:cs typeface="+mn-cs"/>
        </a:defRPr>
      </a:lvl6pPr>
      <a:lvl7pPr marL="429763" indent="-214882" algn="l" defTabSz="957685" rtl="0" eaLnBrk="1" latinLnBrk="0" hangingPunct="1">
        <a:lnSpc>
          <a:spcPct val="100000"/>
        </a:lnSpc>
        <a:spcBef>
          <a:spcPts val="0"/>
        </a:spcBef>
        <a:spcAft>
          <a:spcPts val="563"/>
        </a:spcAft>
        <a:buSzPct val="100000"/>
        <a:buFont typeface="+mj-lt"/>
        <a:buAutoNum type="alphaLcPeriod"/>
        <a:defRPr sz="1000" kern="1200" baseline="0">
          <a:solidFill>
            <a:schemeClr val="tx1"/>
          </a:solidFill>
          <a:latin typeface="Georgia" pitchFamily="18" charset="0"/>
          <a:ea typeface="+mn-ea"/>
          <a:cs typeface="+mn-cs"/>
        </a:defRPr>
      </a:lvl7pPr>
      <a:lvl8pPr marL="644645" indent="-214882" algn="l" defTabSz="957685" rtl="0" eaLnBrk="1" latinLnBrk="0" hangingPunct="1">
        <a:lnSpc>
          <a:spcPct val="100000"/>
        </a:lnSpc>
        <a:spcBef>
          <a:spcPts val="0"/>
        </a:spcBef>
        <a:spcAft>
          <a:spcPts val="563"/>
        </a:spcAft>
        <a:buSzPct val="100000"/>
        <a:buFont typeface="+mj-lt"/>
        <a:buAutoNum type="romanLcPeriod"/>
        <a:defRPr sz="1000" kern="1200" baseline="0">
          <a:solidFill>
            <a:schemeClr val="tx1"/>
          </a:solidFill>
          <a:latin typeface="Georgia" pitchFamily="18" charset="0"/>
          <a:ea typeface="+mn-ea"/>
          <a:cs typeface="+mn-cs"/>
        </a:defRPr>
      </a:lvl8pPr>
      <a:lvl9pPr marL="0" indent="-214882" algn="l" defTabSz="957685" rtl="0" eaLnBrk="1" latinLnBrk="0" hangingPunct="1">
        <a:lnSpc>
          <a:spcPct val="100000"/>
        </a:lnSpc>
        <a:spcBef>
          <a:spcPts val="0"/>
        </a:spcBef>
        <a:spcAft>
          <a:spcPts val="563"/>
        </a:spcAft>
        <a:buFont typeface="Arial" pitchFamily="34" charset="0"/>
        <a:buNone/>
        <a:defRPr sz="1000" b="1" kern="1200" baseline="0">
          <a:solidFill>
            <a:schemeClr val="tx2"/>
          </a:solidFill>
          <a:latin typeface="Georgia" pitchFamily="18" charset="0"/>
          <a:ea typeface="+mn-ea"/>
          <a:cs typeface="+mn-cs"/>
        </a:defRPr>
      </a:lvl9pPr>
    </p:bodyStyle>
    <p:otherStyle>
      <a:defPPr>
        <a:defRPr lang="en-US"/>
      </a:defPPr>
      <a:lvl1pPr marL="0" algn="l" defTabSz="957685" rtl="0" eaLnBrk="1" latinLnBrk="0" hangingPunct="1">
        <a:defRPr sz="1900" kern="1200">
          <a:solidFill>
            <a:schemeClr val="tx1"/>
          </a:solidFill>
          <a:latin typeface="+mn-lt"/>
          <a:ea typeface="+mn-ea"/>
          <a:cs typeface="+mn-cs"/>
        </a:defRPr>
      </a:lvl1pPr>
      <a:lvl2pPr marL="478842" algn="l" defTabSz="957685" rtl="0" eaLnBrk="1" latinLnBrk="0" hangingPunct="1">
        <a:defRPr sz="1900" kern="1200">
          <a:solidFill>
            <a:schemeClr val="tx1"/>
          </a:solidFill>
          <a:latin typeface="+mn-lt"/>
          <a:ea typeface="+mn-ea"/>
          <a:cs typeface="+mn-cs"/>
        </a:defRPr>
      </a:lvl2pPr>
      <a:lvl3pPr marL="957685" algn="l" defTabSz="957685" rtl="0" eaLnBrk="1" latinLnBrk="0" hangingPunct="1">
        <a:defRPr sz="1900" kern="1200">
          <a:solidFill>
            <a:schemeClr val="tx1"/>
          </a:solidFill>
          <a:latin typeface="+mn-lt"/>
          <a:ea typeface="+mn-ea"/>
          <a:cs typeface="+mn-cs"/>
        </a:defRPr>
      </a:lvl3pPr>
      <a:lvl4pPr marL="1436527" algn="l" defTabSz="957685" rtl="0" eaLnBrk="1" latinLnBrk="0" hangingPunct="1">
        <a:defRPr sz="1900" kern="1200">
          <a:solidFill>
            <a:schemeClr val="tx1"/>
          </a:solidFill>
          <a:latin typeface="+mn-lt"/>
          <a:ea typeface="+mn-ea"/>
          <a:cs typeface="+mn-cs"/>
        </a:defRPr>
      </a:lvl4pPr>
      <a:lvl5pPr marL="1915370" algn="l" defTabSz="957685" rtl="0" eaLnBrk="1" latinLnBrk="0" hangingPunct="1">
        <a:defRPr sz="1900" kern="1200">
          <a:solidFill>
            <a:schemeClr val="tx1"/>
          </a:solidFill>
          <a:latin typeface="+mn-lt"/>
          <a:ea typeface="+mn-ea"/>
          <a:cs typeface="+mn-cs"/>
        </a:defRPr>
      </a:lvl5pPr>
      <a:lvl6pPr marL="2394213" algn="l" defTabSz="957685" rtl="0" eaLnBrk="1" latinLnBrk="0" hangingPunct="1">
        <a:defRPr sz="1900" kern="1200">
          <a:solidFill>
            <a:schemeClr val="tx1"/>
          </a:solidFill>
          <a:latin typeface="+mn-lt"/>
          <a:ea typeface="+mn-ea"/>
          <a:cs typeface="+mn-cs"/>
        </a:defRPr>
      </a:lvl6pPr>
      <a:lvl7pPr marL="2873055" algn="l" defTabSz="957685" rtl="0" eaLnBrk="1" latinLnBrk="0" hangingPunct="1">
        <a:defRPr sz="1900" kern="1200">
          <a:solidFill>
            <a:schemeClr val="tx1"/>
          </a:solidFill>
          <a:latin typeface="+mn-lt"/>
          <a:ea typeface="+mn-ea"/>
          <a:cs typeface="+mn-cs"/>
        </a:defRPr>
      </a:lvl7pPr>
      <a:lvl8pPr marL="3351897" algn="l" defTabSz="957685" rtl="0" eaLnBrk="1" latinLnBrk="0" hangingPunct="1">
        <a:defRPr sz="1900" kern="1200">
          <a:solidFill>
            <a:schemeClr val="tx1"/>
          </a:solidFill>
          <a:latin typeface="+mn-lt"/>
          <a:ea typeface="+mn-ea"/>
          <a:cs typeface="+mn-cs"/>
        </a:defRPr>
      </a:lvl8pPr>
      <a:lvl9pPr marL="3830739" algn="l" defTabSz="957685"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9341" y="-84551"/>
            <a:ext cx="6858000" cy="9906000"/>
          </a:xfrm>
          <a:prstGeom prst="rect">
            <a:avLst/>
          </a:prstGeom>
        </p:spPr>
      </p:pic>
      <p:sp>
        <p:nvSpPr>
          <p:cNvPr id="10" name="TextBox 9"/>
          <p:cNvSpPr txBox="1"/>
          <p:nvPr/>
        </p:nvSpPr>
        <p:spPr>
          <a:xfrm>
            <a:off x="5105400" y="4512849"/>
            <a:ext cx="1752600" cy="355600"/>
          </a:xfrm>
          <a:prstGeom prst="rect">
            <a:avLst/>
          </a:prstGeom>
          <a:noFill/>
          <a:ln>
            <a:noFill/>
          </a:ln>
        </p:spPr>
        <p:txBody>
          <a:bodyPr wrap="none" lIns="0" tIns="0" rIns="0" bIns="0" rtlCol="0" anchor="b">
            <a:noAutofit/>
          </a:bodyPr>
          <a:lstStyle/>
          <a:p>
            <a:pPr algn="ctr"/>
            <a:r>
              <a:t>18/06/2026</a:t>
            </a:r>
            <a:endParaRPr lang="en-US" sz="2000" b="1" dirty="0">
              <a:solidFill>
                <a:schemeClr val="bg1"/>
              </a:solidFill>
              <a:latin typeface="Arial Black" panose="020B0A04020102020204" pitchFamily="34" charset="0"/>
            </a:endParaRPr>
          </a:p>
          <a:p>
            <a:pPr algn="ctr"/>
            <a:r>
              <a:rPr lang="en-US" sz="2000" b="1" dirty="0" smtClean="0">
                <a:solidFill>
                  <a:schemeClr val="bg1"/>
                </a:solidFill>
                <a:latin typeface="Arial Black"/>
              </a:rPr>
              <a:t>09/06/2026</a:t>
            </a:r>
            <a:endParaRPr lang="en-US" sz="2000" b="1"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1829090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p:cNvSpPr>
            <a:spLocks noGrp="1"/>
          </p:cNvSpPr>
          <p:nvPr>
            <p:ph type="ftr" sz="quarter" idx="3"/>
          </p:nvPr>
        </p:nvSpPr>
        <p:spPr>
          <a:xfrm>
            <a:off x="387660" y="9031941"/>
            <a:ext cx="3941588" cy="194234"/>
          </a:xfrm>
        </p:spPr>
        <p:txBody>
          <a:bodyPr/>
          <a:lstStyle/>
          <a:p>
            <a:r>
              <a:rPr lang="en-GB" dirty="0">
                <a:solidFill>
                  <a:srgbClr val="FFFFFF"/>
                </a:solidFill>
                <a:latin typeface="Arial"/>
              </a:rPr>
              <a:t>Deriving value from your audit</a:t>
            </a:r>
          </a:p>
        </p:txBody>
      </p:sp>
      <p:sp>
        <p:nvSpPr>
          <p:cNvPr id="7" name="Slide Number Placeholder 6"/>
          <p:cNvSpPr>
            <a:spLocks noGrp="1"/>
          </p:cNvSpPr>
          <p:nvPr>
            <p:ph type="sldNum" sz="quarter" idx="4"/>
          </p:nvPr>
        </p:nvSpPr>
        <p:spPr/>
        <p:txBody>
          <a:bodyPr/>
          <a:lstStyle/>
          <a:p>
            <a:fld id="{FEBD7F86-1881-4698-8703-FB80B0800997}" type="slidenum">
              <a:rPr lang="en-GB" smtClean="0">
                <a:solidFill>
                  <a:srgbClr val="FFFFFF"/>
                </a:solidFill>
                <a:latin typeface="Arial"/>
              </a:rPr>
              <a:pPr/>
              <a:t>2</a:t>
            </a:fld>
            <a:endParaRPr lang="en-GB">
              <a:solidFill>
                <a:srgbClr val="FFFFFF"/>
              </a:solidFill>
              <a:latin typeface="Arial"/>
            </a:endParaRPr>
          </a:p>
        </p:txBody>
      </p:sp>
      <p:sp>
        <p:nvSpPr>
          <p:cNvPr id="8" name="Date Placeholder 7"/>
          <p:cNvSpPr>
            <a:spLocks noGrp="1"/>
          </p:cNvSpPr>
          <p:nvPr>
            <p:ph type="dt" sz="half" idx="2"/>
          </p:nvPr>
        </p:nvSpPr>
        <p:spPr>
          <a:xfrm>
            <a:off x="5342756" y="9031941"/>
            <a:ext cx="1143000" cy="194236"/>
          </a:xfrm>
        </p:spPr>
        <p:txBody>
          <a:bodyPr/>
          <a:lstStyle/>
          <a:p>
            <a:r>
              <a:rPr lang="en-GB" dirty="0">
                <a:solidFill>
                  <a:srgbClr val="FFFFFF"/>
                </a:solidFill>
                <a:latin typeface="Arial"/>
              </a:rPr>
              <a:t>July 2013</a:t>
            </a:r>
          </a:p>
        </p:txBody>
      </p:sp>
      <p:sp>
        <p:nvSpPr>
          <p:cNvPr id="17" name="Slide Number Placeholder 3"/>
          <p:cNvSpPr txBox="1">
            <a:spLocks/>
          </p:cNvSpPr>
          <p:nvPr/>
        </p:nvSpPr>
        <p:spPr>
          <a:xfrm>
            <a:off x="5326285" y="9226178"/>
            <a:ext cx="1143000"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fld id="{FEBD7F86-1881-4698-8703-FB80B0800997}" type="slidenum">
              <a:rPr lang="en-GB" smtClean="0">
                <a:solidFill>
                  <a:srgbClr val="FFFFFF"/>
                </a:solidFill>
                <a:latin typeface="Arial"/>
              </a:rPr>
              <a:pPr/>
              <a:t>2</a:t>
            </a:fld>
            <a:endParaRPr lang="en-GB">
              <a:solidFill>
                <a:srgbClr val="FFFFFF"/>
              </a:solidFill>
              <a:latin typeface="Arial"/>
            </a:endParaRPr>
          </a:p>
        </p:txBody>
      </p:sp>
      <p:pic>
        <p:nvPicPr>
          <p:cNvPr id="19" name="Picture 18"/>
          <p:cNvPicPr>
            <a:picLocks noChangeAspect="1"/>
          </p:cNvPicPr>
          <p:nvPr/>
        </p:nvPicPr>
        <p:blipFill>
          <a:blip r:embed="rId3"/>
          <a:stretch>
            <a:fillRect/>
          </a:stretch>
        </p:blipFill>
        <p:spPr>
          <a:xfrm flipV="1">
            <a:off x="-25758" y="15015"/>
            <a:ext cx="6894287" cy="1412946"/>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825" y="144745"/>
            <a:ext cx="1026135" cy="1036444"/>
          </a:xfrm>
          <a:prstGeom prst="rect">
            <a:avLst/>
          </a:prstGeom>
        </p:spPr>
      </p:pic>
      <p:pic>
        <p:nvPicPr>
          <p:cNvPr id="22" name="Picture 21"/>
          <p:cNvPicPr>
            <a:picLocks noChangeAspect="1"/>
          </p:cNvPicPr>
          <p:nvPr/>
        </p:nvPicPr>
        <p:blipFill>
          <a:blip r:embed="rId3"/>
          <a:stretch>
            <a:fillRect/>
          </a:stretch>
        </p:blipFill>
        <p:spPr>
          <a:xfrm rot="10800000" flipV="1">
            <a:off x="0" y="9299291"/>
            <a:ext cx="6858000" cy="563164"/>
          </a:xfrm>
          <a:prstGeom prst="rect">
            <a:avLst/>
          </a:prstGeom>
        </p:spPr>
      </p:pic>
      <p:sp>
        <p:nvSpPr>
          <p:cNvPr id="20" name="Slide Number Placeholder 5"/>
          <p:cNvSpPr txBox="1">
            <a:spLocks/>
          </p:cNvSpPr>
          <p:nvPr/>
        </p:nvSpPr>
        <p:spPr>
          <a:xfrm>
            <a:off x="-124547" y="9527301"/>
            <a:ext cx="2077893"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r>
              <a:rPr lang="en-GB" dirty="0">
                <a:solidFill>
                  <a:srgbClr val="FFFFFF"/>
                </a:solidFill>
                <a:latin typeface="Arial"/>
              </a:rPr>
              <a:t>RUBBERGROUP.VN</a:t>
            </a:r>
          </a:p>
        </p:txBody>
      </p:sp>
      <p:sp>
        <p:nvSpPr>
          <p:cNvPr id="21" name="Slide Number Placeholder 5"/>
          <p:cNvSpPr txBox="1">
            <a:spLocks/>
          </p:cNvSpPr>
          <p:nvPr/>
        </p:nvSpPr>
        <p:spPr>
          <a:xfrm>
            <a:off x="4495800" y="9527301"/>
            <a:ext cx="2077893"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r>
              <a:rPr lang="en-GB" dirty="0">
                <a:solidFill>
                  <a:srgbClr val="FFFFFF"/>
                </a:solidFill>
                <a:latin typeface="Arial"/>
              </a:rPr>
              <a:t>BAN THỊ TRƯỜNG KINH DOANH</a:t>
            </a:r>
          </a:p>
        </p:txBody>
      </p:sp>
      <p:sp>
        <p:nvSpPr>
          <p:cNvPr id="23" name="Content Placeholder 9"/>
          <p:cNvSpPr>
            <a:spLocks noGrp="1"/>
          </p:cNvSpPr>
          <p:nvPr>
            <p:ph sz="quarter" idx="13"/>
          </p:nvPr>
        </p:nvSpPr>
        <p:spPr>
          <a:xfrm>
            <a:off x="2220045" y="349866"/>
            <a:ext cx="4432300" cy="854935"/>
          </a:xfrm>
        </p:spPr>
        <p:txBody>
          <a:bodyPr vert="horz" lIns="0" tIns="0" rIns="0" bIns="0" rtlCol="0" anchor="t">
            <a:noAutofit/>
          </a:bodyPr>
          <a:lstStyle/>
          <a:p>
            <a:pPr indent="-214630">
              <a:spcAft>
                <a:spcPts val="0"/>
              </a:spcAft>
            </a:pPr>
            <a:r>
              <a:rPr lang="en-US" sz="1400" b="1" dirty="0">
                <a:latin typeface="+mn-lt"/>
              </a:rPr>
              <a:t>BẢN TIN THỊ TRƯỜNG CAO SU NGÀY </a:t>
            </a:r>
            <a:r>
              <a:rPr lang="en-US" sz="1400" b="1" dirty="0" smtClean="0">
                <a:latin typeface="+mn-lt"/>
              </a:rPr>
              <a:t>18/06/2026</a:t>
            </a:r>
            <a:endParaRPr lang="en-US" sz="1400" b="1" dirty="0">
              <a:latin typeface="+mn-lt"/>
              <a:cs typeface="Arial"/>
            </a:endParaRPr>
          </a:p>
        </p:txBody>
      </p:sp>
      <p:sp>
        <p:nvSpPr>
          <p:cNvPr id="3" name="Rectangle 2"/>
          <p:cNvSpPr/>
          <p:nvPr/>
        </p:nvSpPr>
        <p:spPr>
          <a:xfrm>
            <a:off x="367731" y="1524000"/>
            <a:ext cx="6205961" cy="276999"/>
          </a:xfrm>
          <a:prstGeom prst="rect">
            <a:avLst/>
          </a:prstGeom>
        </p:spPr>
        <p:txBody>
          <a:bodyPr wrap="square" lIns="91440" tIns="45720" rIns="91440" bIns="45720" anchor="t">
            <a:spAutoFit/>
          </a:bodyPr>
          <a:lstStyle/>
          <a:p>
            <a:r>
              <a:rPr lang="en-US" sz="1200" b="1" dirty="0">
                <a:solidFill>
                  <a:srgbClr val="000000"/>
                </a:solidFill>
              </a:rPr>
              <a:t> I. Giá cao su thiên nhiên thế giới ngày 18/06/2026</a:t>
            </a:r>
            <a:r>
              <a:rPr lang="en-US" sz="1200" b="1" dirty="0">
                <a:solidFill>
                  <a:srgbClr val="00B050"/>
                </a:solidFill>
              </a:rPr>
              <a:t/>
            </a:r>
            <a:r>
              <a:rPr lang="vi-VN" sz="1200" b="1" dirty="0">
                <a:solidFill>
                  <a:srgbClr val="00B050"/>
                </a:solidFill>
              </a:rPr>
              <a:t/>
            </a:r>
            <a:r>
              <a:rPr lang="en-US" sz="1200" b="1" dirty="0">
                <a:solidFill>
                  <a:srgbClr val="00B050"/>
                </a:solidFill>
              </a:rPr>
              <a:t/>
            </a:r>
            <a:r>
              <a:rPr lang="en-US" sz="1200" b="1" dirty="0" smtClean="0">
                <a:solidFill>
                  <a:srgbClr val="00B050"/>
                </a:solidFill>
              </a:rPr>
              <a:t/>
            </a:r>
            <a:r>
              <a:rPr lang="vi-VN" sz="1200" b="1" dirty="0" smtClean="0">
                <a:solidFill>
                  <a:srgbClr val="00B050"/>
                </a:solidFill>
              </a:rPr>
              <a:t/>
            </a:r>
            <a:r>
              <a:rPr lang="en-US" sz="1200" b="1" dirty="0">
                <a:solidFill>
                  <a:srgbClr val="00B050"/>
                </a:solidFill>
              </a:rPr>
              <a:t/>
            </a:r>
          </a:p>
        </p:txBody>
      </p:sp>
      <p:sp>
        <p:nvSpPr>
          <p:cNvPr id="6" name="Rectangle 5"/>
          <p:cNvSpPr/>
          <p:nvPr/>
        </p:nvSpPr>
        <p:spPr>
          <a:xfrm>
            <a:off x="360021" y="5054726"/>
            <a:ext cx="4639193" cy="646331"/>
          </a:xfrm>
          <a:prstGeom prst="rect">
            <a:avLst/>
          </a:prstGeom>
        </p:spPr>
        <p:txBody>
          <a:bodyPr wrap="square">
            <a:spAutoFit/>
          </a:bodyPr>
          <a:lstStyle/>
          <a:p>
            <a:pPr defTabSz="914400">
              <a:defRPr/>
            </a:pPr>
            <a:r>
              <a:rPr lang="en-US" sz="1200" b="1" kern="0" dirty="0">
                <a:solidFill>
                  <a:srgbClr val="00B050"/>
                </a:solidFill>
              </a:rPr>
              <a:t> </a:t>
            </a:r>
          </a:p>
          <a:p>
            <a:pPr defTabSz="914400">
              <a:defRPr/>
            </a:pPr>
            <a:r>
              <a:rPr lang="en-US" sz="1200" b="1" kern="0" dirty="0">
                <a:solidFill>
                  <a:srgbClr val="00B050"/>
                </a:solidFill>
              </a:rPr>
              <a:t>II. Giá </a:t>
            </a:r>
            <a:r>
              <a:rPr lang="en-US" sz="1200" b="1" kern="0" dirty="0" err="1">
                <a:solidFill>
                  <a:srgbClr val="00B050"/>
                </a:solidFill>
              </a:rPr>
              <a:t>các</a:t>
            </a:r>
            <a:r>
              <a:rPr lang="en-US" sz="1200" b="1" kern="0" dirty="0">
                <a:solidFill>
                  <a:srgbClr val="00B050"/>
                </a:solidFill>
              </a:rPr>
              <a:t> </a:t>
            </a:r>
            <a:r>
              <a:rPr lang="en-US" sz="1200" b="1" kern="0" dirty="0" err="1">
                <a:solidFill>
                  <a:srgbClr val="00B050"/>
                </a:solidFill>
              </a:rPr>
              <a:t>sản</a:t>
            </a:r>
            <a:r>
              <a:rPr lang="en-US" sz="1200" b="1" kern="0" dirty="0">
                <a:solidFill>
                  <a:srgbClr val="00B050"/>
                </a:solidFill>
              </a:rPr>
              <a:t> </a:t>
            </a:r>
            <a:r>
              <a:rPr lang="en-US" sz="1200" b="1" kern="0" dirty="0" err="1">
                <a:solidFill>
                  <a:srgbClr val="00B050"/>
                </a:solidFill>
              </a:rPr>
              <a:t>phẩm</a:t>
            </a:r>
            <a:r>
              <a:rPr lang="en-US" sz="1200" b="1" kern="0" dirty="0">
                <a:solidFill>
                  <a:srgbClr val="00B050"/>
                </a:solidFill>
              </a:rPr>
              <a:t> </a:t>
            </a:r>
            <a:r>
              <a:rPr lang="en-US" sz="1200" b="1" kern="0" dirty="0" err="1">
                <a:solidFill>
                  <a:srgbClr val="00B050"/>
                </a:solidFill>
              </a:rPr>
              <a:t>cao</a:t>
            </a:r>
            <a:r>
              <a:rPr lang="en-US" sz="1200" b="1" kern="0" dirty="0">
                <a:solidFill>
                  <a:srgbClr val="00B050"/>
                </a:solidFill>
              </a:rPr>
              <a:t> </a:t>
            </a:r>
            <a:r>
              <a:rPr lang="en-US" sz="1200" b="1" kern="0" dirty="0" err="1">
                <a:solidFill>
                  <a:srgbClr val="00B050"/>
                </a:solidFill>
              </a:rPr>
              <a:t>su</a:t>
            </a:r>
            <a:r>
              <a:rPr lang="en-US" sz="1200" b="1" kern="0" dirty="0">
                <a:solidFill>
                  <a:srgbClr val="00B050"/>
                </a:solidFill>
              </a:rPr>
              <a:t> </a:t>
            </a:r>
            <a:r>
              <a:rPr lang="en-US" sz="1200" b="1" kern="0" dirty="0" err="1">
                <a:solidFill>
                  <a:srgbClr val="00B050"/>
                </a:solidFill>
              </a:rPr>
              <a:t>giao</a:t>
            </a:r>
            <a:r>
              <a:rPr lang="en-US" sz="1200" b="1" kern="0" dirty="0">
                <a:solidFill>
                  <a:srgbClr val="00B050"/>
                </a:solidFill>
              </a:rPr>
              <a:t> </a:t>
            </a:r>
            <a:r>
              <a:rPr lang="en-US" sz="1200" b="1" kern="0" dirty="0" err="1">
                <a:solidFill>
                  <a:srgbClr val="00B050"/>
                </a:solidFill>
              </a:rPr>
              <a:t>ngay</a:t>
            </a:r>
            <a:r>
              <a:rPr lang="en-US" sz="1200" b="1" kern="0" dirty="0">
                <a:solidFill>
                  <a:srgbClr val="00B050"/>
                </a:solidFill>
              </a:rPr>
              <a:t>:   </a:t>
            </a:r>
          </a:p>
          <a:p>
            <a:pPr defTabSz="914400">
              <a:defRPr/>
            </a:pPr>
            <a:r>
              <a:rPr lang="en-US" sz="1200" b="1" kern="0" dirty="0">
                <a:solidFill>
                  <a:srgbClr val="00B050"/>
                </a:solidFill>
              </a:rPr>
              <a:t>             </a:t>
            </a:r>
            <a:endParaRPr lang="en-US" sz="1200" kern="0" dirty="0">
              <a:solidFill>
                <a:srgbClr val="00B050"/>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541738047"/>
              </p:ext>
            </p:extLst>
          </p:nvPr>
        </p:nvGraphicFramePr>
        <p:xfrm>
          <a:off x="533402" y="1907890"/>
          <a:ext cx="6118943" cy="3223994"/>
        </p:xfrm>
        <a:graphic>
          <a:graphicData uri="http://schemas.openxmlformats.org/drawingml/2006/table">
            <a:tbl>
              <a:tblPr/>
              <a:tblGrid>
                <a:gridCol w="872258">
                  <a:extLst>
                    <a:ext uri="{9D8B030D-6E8A-4147-A177-3AD203B41FA5}">
                      <a16:colId xmlns:a16="http://schemas.microsoft.com/office/drawing/2014/main" val="3450142685"/>
                    </a:ext>
                  </a:extLst>
                </a:gridCol>
                <a:gridCol w="809203">
                  <a:extLst>
                    <a:ext uri="{9D8B030D-6E8A-4147-A177-3AD203B41FA5}">
                      <a16:colId xmlns:a16="http://schemas.microsoft.com/office/drawing/2014/main" val="831339686"/>
                    </a:ext>
                  </a:extLst>
                </a:gridCol>
                <a:gridCol w="874885">
                  <a:extLst>
                    <a:ext uri="{9D8B030D-6E8A-4147-A177-3AD203B41FA5}">
                      <a16:colId xmlns:a16="http://schemas.microsoft.com/office/drawing/2014/main" val="2301344606"/>
                    </a:ext>
                  </a:extLst>
                </a:gridCol>
                <a:gridCol w="704113">
                  <a:extLst>
                    <a:ext uri="{9D8B030D-6E8A-4147-A177-3AD203B41FA5}">
                      <a16:colId xmlns:a16="http://schemas.microsoft.com/office/drawing/2014/main" val="867117154"/>
                    </a:ext>
                  </a:extLst>
                </a:gridCol>
                <a:gridCol w="809203">
                  <a:extLst>
                    <a:ext uri="{9D8B030D-6E8A-4147-A177-3AD203B41FA5}">
                      <a16:colId xmlns:a16="http://schemas.microsoft.com/office/drawing/2014/main" val="2926355872"/>
                    </a:ext>
                  </a:extLst>
                </a:gridCol>
                <a:gridCol w="809203">
                  <a:extLst>
                    <a:ext uri="{9D8B030D-6E8A-4147-A177-3AD203B41FA5}">
                      <a16:colId xmlns:a16="http://schemas.microsoft.com/office/drawing/2014/main" val="1634522894"/>
                    </a:ext>
                  </a:extLst>
                </a:gridCol>
                <a:gridCol w="641058">
                  <a:extLst>
                    <a:ext uri="{9D8B030D-6E8A-4147-A177-3AD203B41FA5}">
                      <a16:colId xmlns:a16="http://schemas.microsoft.com/office/drawing/2014/main" val="2559233948"/>
                    </a:ext>
                  </a:extLst>
                </a:gridCol>
                <a:gridCol w="599020">
                  <a:extLst>
                    <a:ext uri="{9D8B030D-6E8A-4147-A177-3AD203B41FA5}">
                      <a16:colId xmlns:a16="http://schemas.microsoft.com/office/drawing/2014/main" val="978970335"/>
                    </a:ext>
                  </a:extLst>
                </a:gridCol>
              </a:tblGrid>
              <a:tr h="467602">
                <a:tc rowSpan="2">
                  <a:txBody>
                    <a:bodyPr/>
                    <a:lstStyle/>
                    <a:p>
                      <a:pPr algn="ctr" rtl="0" fontAlgn="ctr"/>
                      <a:r>
                        <a:rPr lang="en-US" sz="1100" b="1" i="0" u="none" strike="noStrike">
                          <a:solidFill>
                            <a:srgbClr val="00B050"/>
                          </a:solidFill>
                          <a:effectLst/>
                          <a:latin typeface="Arial" panose="020B0604020202020204" pitchFamily="34"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rowSpan="2">
                  <a:txBody>
                    <a:bodyPr/>
                    <a:lstStyle/>
                    <a:p>
                      <a:pPr algn="ctr" rtl="0" fontAlgn="ctr"/>
                      <a:r>
                        <a:rPr lang="en-US" sz="1100" b="1" i="0" u="none" strike="noStrike">
                          <a:solidFill>
                            <a:srgbClr val="00B05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rowSpan="2">
                  <a:txBody>
                    <a:bodyPr/>
                    <a:lstStyle/>
                    <a:p>
                      <a:pPr algn="ctr" rtl="0" fontAlgn="ctr"/>
                      <a:r>
                        <a:rPr lang="en-US" sz="1100" b="1" i="0" u="none" strike="noStrike">
                          <a:solidFill>
                            <a:srgbClr val="00B050"/>
                          </a:solidFill>
                          <a:effectLst/>
                          <a:latin typeface="Arial" panose="020B0604020202020204" pitchFamily="34" charset="0"/>
                        </a:rPr>
                        <a:t>Chủng loại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rowSpan="2">
                  <a:txBody>
                    <a:bodyPr/>
                    <a:lstStyle/>
                    <a:p>
                      <a:pPr algn="ctr" rtl="0" fontAlgn="ctr"/>
                      <a:r>
                        <a:rPr lang="vi-VN" sz="1100" b="1" i="0" u="none" strike="noStrike">
                          <a:solidFill>
                            <a:srgbClr val="00B050"/>
                          </a:solidFill>
                          <a:effectLst/>
                          <a:latin typeface="Arial" panose="020B0604020202020204" pitchFamily="34" charset="0"/>
                        </a:rPr>
                        <a:t>Đơn vị tính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rowSpan="2">
                  <a:txBody>
                    <a:bodyPr/>
                    <a:lstStyle/>
                    <a:p>
                      <a:pPr algn="ctr" rtl="0" fontAlgn="ctr"/>
                      <a:r>
                        <a:rPr lang="en-US" sz="1100" b="1" i="0" u="none" strike="noStrike">
                          <a:solidFill>
                            <a:srgbClr val="00B050"/>
                          </a:solidFill>
                          <a:effectLst/>
                          <a:latin typeface="Arial" panose="020B0604020202020204" pitchFamily="34" charset="0"/>
                        </a:rPr>
                        <a:t>Giá</a:t>
                      </a:r>
                      <a:br/>
                      <a:r>
                        <a:rPr lang="en-US" sz="1100" b="1" i="0" u="none" strike="noStrike">
                          <a:solidFill>
                            <a:srgbClr val="00B050"/>
                          </a:solidFill>
                          <a:effectLst/>
                          <a:latin typeface="Arial" panose="020B0604020202020204" pitchFamily="34" charset="0"/>
                        </a:rPr>
                        <a:t>(17/06/26)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rowSpan="2">
                  <a:txBody>
                    <a:bodyPr/>
                    <a:lstStyle/>
                    <a:p>
                      <a:pPr algn="ctr" rtl="0" fontAlgn="ctr"/>
                      <a:r>
                        <a:rPr lang="en-US" sz="1100" b="1" i="0" u="none" strike="noStrike">
                          <a:solidFill>
                            <a:srgbClr val="00B050"/>
                          </a:solidFill>
                          <a:effectLst/>
                          <a:latin typeface="Arial" panose="020B0604020202020204" pitchFamily="34" charset="0"/>
                        </a:rPr>
                        <a:t>Giá</a:t>
                      </a:r>
                      <a:br/>
                      <a:r>
                        <a:rPr lang="en-US" sz="1100" b="1" i="0" u="none" strike="noStrike">
                          <a:solidFill>
                            <a:srgbClr val="00B050"/>
                          </a:solidFill>
                          <a:effectLst/>
                          <a:latin typeface="Arial" panose="020B0604020202020204" pitchFamily="34" charset="0"/>
                        </a:rPr>
                        <a:t>(18/06/26)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gridSpan="2">
                  <a:txBody>
                    <a:bodyPr/>
                    <a:lstStyle/>
                    <a:p>
                      <a:pPr algn="ctr" rtl="0" fontAlgn="ctr"/>
                      <a:r>
                        <a:rPr lang="en-US" sz="1100" b="1" i="0" u="none" strike="noStrike">
                          <a:solidFill>
                            <a:srgbClr val="00B050"/>
                          </a:solidFill>
                          <a:effectLst/>
                          <a:latin typeface="Arial" panose="020B0604020202020204" pitchFamily="34" charset="0"/>
                        </a:rPr>
                        <a:t>Thay đổi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extLst>
                  <a:ext uri="{0D108BD9-81ED-4DB2-BD59-A6C34878D82A}">
                    <a16:rowId xmlns:a16="http://schemas.microsoft.com/office/drawing/2014/main" val="1390848539"/>
                  </a:ext>
                </a:extLst>
              </a:tr>
              <a:tr h="34454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ctr"/>
                      <a:r>
                        <a:rPr lang="en-US" sz="1100" b="1" i="0" u="none" strike="noStrike">
                          <a:solidFill>
                            <a:srgbClr val="00B050"/>
                          </a:solidFill>
                          <a:effectLst/>
                          <a:latin typeface="Arial" panose="020B0604020202020204" pitchFamily="34" charset="0"/>
                        </a:rPr>
                        <a:t>USD/T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a:txBody>
                    <a:bodyPr/>
                    <a:lstStyle/>
                    <a:p>
                      <a:pPr algn="ctr" rtl="0" fontAlgn="ctr"/>
                      <a:r>
                        <a:rPr lang="en-US" sz="1100" b="1" i="0" u="none" strike="noStrike">
                          <a:solidFill>
                            <a:srgbClr val="00B05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extLst>
                  <a:ext uri="{0D108BD9-81ED-4DB2-BD59-A6C34878D82A}">
                    <a16:rowId xmlns:a16="http://schemas.microsoft.com/office/drawing/2014/main" val="1440782635"/>
                  </a:ext>
                </a:extLst>
              </a:tr>
              <a:tr h="344549">
                <a:tc>
                  <a:txBody>
                    <a:bodyPr/>
                    <a:lstStyle/>
                    <a:p>
                      <a:pPr algn="ctr" rtl="0" fontAlgn="ctr"/>
                      <a:r>
                        <a:rPr lang="en-US" sz="1100" b="0" i="0" u="none" strike="noStrike">
                          <a:solidFill>
                            <a:srgbClr val="000000"/>
                          </a:solidFill>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OSE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RSS3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USD/T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2,652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2,644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2173860"/>
                  </a:ext>
                </a:extLst>
              </a:tr>
              <a:tr h="344549">
                <a:tc>
                  <a:txBody>
                    <a:bodyPr/>
                    <a:lstStyle/>
                    <a:p>
                      <a:pPr algn="ctr" rtl="0" fontAlgn="ctr"/>
                      <a:r>
                        <a:rPr lang="en-US" sz="1100" b="0" i="0" u="none" strike="noStrike">
                          <a:solidFill>
                            <a:srgbClr val="000000"/>
                          </a:solidFill>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SHANGHAI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RSS3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USD/T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2,598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2,595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6271838"/>
                  </a:ext>
                </a:extLst>
              </a:tr>
              <a:tr h="344549">
                <a:tc rowSpan="2">
                  <a:txBody>
                    <a:bodyPr/>
                    <a:lstStyle/>
                    <a:p>
                      <a:pPr algn="ctr" rtl="0" fontAlgn="ctr"/>
                      <a:r>
                        <a:rPr lang="en-US" sz="1100" b="0" i="0" u="none" strike="noStrike">
                          <a:solidFill>
                            <a:srgbClr val="000000"/>
                          </a:solidFill>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rtl="0" fontAlgn="ctr"/>
                      <a:r>
                        <a:rPr lang="en-US" sz="1100" b="0" i="0" u="none" strike="noStrike">
                          <a:solidFill>
                            <a:srgbClr val="000000"/>
                          </a:solidFill>
                          <a:effectLst/>
                          <a:latin typeface="Arial" panose="020B0604020202020204" pitchFamily="34" charset="0"/>
                        </a:rPr>
                        <a:t>SGX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RSS3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USD/T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2,988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2,994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smtClean="0">
                          <a:solidFill>
                            <a:srgbClr val="000000"/>
                          </a:solidFill>
                          <a:effectLst/>
                          <a:latin typeface="Arial" panose="020B0604020202020204" pitchFamily="34" charset="0"/>
                        </a:rPr>
                        <a:t>+6</a:t>
                      </a:r>
                      <a:endParaRPr lang="en-US" sz="1100" b="0" i="0" u="none" strike="noStrike" dirty="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766305"/>
                  </a:ext>
                </a:extLst>
              </a:tr>
              <a:tr h="344549">
                <a:tc vMerge="1">
                  <a:txBody>
                    <a:bodyPr/>
                    <a:lstStyle/>
                    <a:p>
                      <a:endParaRPr lang="en-US"/>
                    </a:p>
                  </a:txBody>
                  <a:tcPr/>
                </a:tc>
                <a:tc vMerge="1">
                  <a:txBody>
                    <a:bodyPr/>
                    <a:lstStyle/>
                    <a:p>
                      <a:endParaRPr lang="en-US"/>
                    </a:p>
                  </a:txBody>
                  <a:tcPr/>
                </a:tc>
                <a:tc>
                  <a:txBody>
                    <a:bodyPr/>
                    <a:lstStyle/>
                    <a:p>
                      <a:pPr algn="ctr" rtl="0" fontAlgn="ctr"/>
                      <a:r>
                        <a:rPr lang="en-US" sz="1100" b="0" i="0" u="none" strike="noStrike">
                          <a:solidFill>
                            <a:srgbClr val="000000"/>
                          </a:solidFill>
                          <a:effectLst/>
                          <a:latin typeface="Arial" panose="020B0604020202020204" pitchFamily="34" charset="0"/>
                        </a:rPr>
                        <a:t>TSR20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USD/T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2,251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2,259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smtClean="0">
                          <a:solidFill>
                            <a:srgbClr val="000000"/>
                          </a:solidFill>
                          <a:effectLst/>
                          <a:latin typeface="Arial" panose="020B0604020202020204" pitchFamily="34" charset="0"/>
                        </a:rPr>
                        <a:t>+8</a:t>
                      </a:r>
                      <a:endParaRPr lang="en-US" sz="1100" b="0" i="0" u="none" strike="noStrike" dirty="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5073622"/>
                  </a:ext>
                </a:extLst>
              </a:tr>
              <a:tr h="344549">
                <a:tc rowSpan="3">
                  <a:txBody>
                    <a:bodyPr/>
                    <a:lstStyle/>
                    <a:p>
                      <a:pPr algn="ctr" rtl="0" fontAlgn="ctr"/>
                      <a:r>
                        <a:rPr lang="en-US" sz="1100" b="0" i="0" u="none" strike="noStrike">
                          <a:solidFill>
                            <a:srgbClr val="000000"/>
                          </a:solidFill>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rtl="0" fontAlgn="ctr"/>
                      <a:r>
                        <a:rPr lang="en-US" sz="1100" b="0" i="0" u="none" strike="noStrike">
                          <a:solidFill>
                            <a:srgbClr val="000000"/>
                          </a:solidFill>
                          <a:effectLst/>
                          <a:latin typeface="Arial" panose="020B0604020202020204" pitchFamily="34" charset="0"/>
                        </a:rPr>
                        <a:t>MRE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SMRCV</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USD/T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3,234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3,252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smtClean="0">
                          <a:solidFill>
                            <a:srgbClr val="000000"/>
                          </a:solidFill>
                          <a:effectLst/>
                          <a:latin typeface="Arial" panose="020B0604020202020204" pitchFamily="34" charset="0"/>
                        </a:rPr>
                        <a:t>+18</a:t>
                      </a:r>
                      <a:endParaRPr lang="en-US" sz="1100" b="0" i="0" u="none" strike="noStrike" dirty="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1271403"/>
                  </a:ext>
                </a:extLst>
              </a:tr>
              <a:tr h="344549">
                <a:tc vMerge="1">
                  <a:txBody>
                    <a:bodyPr/>
                    <a:lstStyle/>
                    <a:p>
                      <a:endParaRPr lang="en-US"/>
                    </a:p>
                  </a:txBody>
                  <a:tcPr/>
                </a:tc>
                <a:tc vMerge="1">
                  <a:txBody>
                    <a:bodyPr/>
                    <a:lstStyle/>
                    <a:p>
                      <a:endParaRPr lang="en-US"/>
                    </a:p>
                  </a:txBody>
                  <a:tcPr/>
                </a:tc>
                <a:tc>
                  <a:txBody>
                    <a:bodyPr/>
                    <a:lstStyle/>
                    <a:p>
                      <a:pPr algn="ctr" rtl="0" fontAlgn="ctr"/>
                      <a:r>
                        <a:rPr lang="en-US" sz="1100" b="0" i="0" u="none" strike="noStrike">
                          <a:solidFill>
                            <a:srgbClr val="000000"/>
                          </a:solidFill>
                          <a:effectLst/>
                          <a:latin typeface="Arial" panose="020B0604020202020204" pitchFamily="34" charset="0"/>
                        </a:rPr>
                        <a:t>SMR20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USD/T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2,320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2,316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335918"/>
                  </a:ext>
                </a:extLst>
              </a:tr>
              <a:tr h="344549">
                <a:tc vMerge="1">
                  <a:txBody>
                    <a:bodyPr/>
                    <a:lstStyle/>
                    <a:p>
                      <a:endParaRPr lang="en-US"/>
                    </a:p>
                  </a:txBody>
                  <a:tcPr/>
                </a:tc>
                <a:tc vMerge="1">
                  <a:txBody>
                    <a:bodyPr/>
                    <a:lstStyle/>
                    <a:p>
                      <a:endParaRPr lang="en-US"/>
                    </a:p>
                  </a:txBody>
                  <a:tcPr/>
                </a:tc>
                <a:tc>
                  <a:txBody>
                    <a:bodyPr/>
                    <a:lstStyle/>
                    <a:p>
                      <a:pPr algn="ctr" rtl="0" fontAlgn="ctr"/>
                      <a:r>
                        <a:rPr lang="en-US" sz="1100" b="0" i="0" u="none" strike="noStrike">
                          <a:solidFill>
                            <a:srgbClr val="000000"/>
                          </a:solidFill>
                          <a:effectLst/>
                          <a:latin typeface="Arial" panose="020B0604020202020204" pitchFamily="34" charset="0"/>
                        </a:rPr>
                        <a:t>LATEX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USD/T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1,874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B0604020202020204" pitchFamily="34" charset="0"/>
                        </a:rPr>
                        <a:t>1,882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smtClean="0">
                          <a:solidFill>
                            <a:srgbClr val="000000"/>
                          </a:solidFill>
                          <a:effectLst/>
                          <a:latin typeface="Arial" panose="020B0604020202020204" pitchFamily="34" charset="0"/>
                        </a:rPr>
                        <a:t>+8</a:t>
                      </a:r>
                      <a:endParaRPr lang="en-US" sz="1100" b="0" i="0" u="none" strike="noStrike" dirty="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4073914"/>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491249853"/>
              </p:ext>
            </p:extLst>
          </p:nvPr>
        </p:nvGraphicFramePr>
        <p:xfrm>
          <a:off x="533403" y="5611815"/>
          <a:ext cx="6118942" cy="3507475"/>
        </p:xfrm>
        <a:graphic>
          <a:graphicData uri="http://schemas.openxmlformats.org/drawingml/2006/table">
            <a:tbl>
              <a:tblPr/>
              <a:tblGrid>
                <a:gridCol w="2009950">
                  <a:extLst>
                    <a:ext uri="{9D8B030D-6E8A-4147-A177-3AD203B41FA5}">
                      <a16:colId xmlns:a16="http://schemas.microsoft.com/office/drawing/2014/main" val="62106302"/>
                    </a:ext>
                  </a:extLst>
                </a:gridCol>
                <a:gridCol w="983592">
                  <a:extLst>
                    <a:ext uri="{9D8B030D-6E8A-4147-A177-3AD203B41FA5}">
                      <a16:colId xmlns:a16="http://schemas.microsoft.com/office/drawing/2014/main" val="336245842"/>
                    </a:ext>
                  </a:extLst>
                </a:gridCol>
                <a:gridCol w="1012102">
                  <a:extLst>
                    <a:ext uri="{9D8B030D-6E8A-4147-A177-3AD203B41FA5}">
                      <a16:colId xmlns:a16="http://schemas.microsoft.com/office/drawing/2014/main" val="2482336095"/>
                    </a:ext>
                  </a:extLst>
                </a:gridCol>
                <a:gridCol w="1054867">
                  <a:extLst>
                    <a:ext uri="{9D8B030D-6E8A-4147-A177-3AD203B41FA5}">
                      <a16:colId xmlns:a16="http://schemas.microsoft.com/office/drawing/2014/main" val="1823955329"/>
                    </a:ext>
                  </a:extLst>
                </a:gridCol>
                <a:gridCol w="1058431">
                  <a:extLst>
                    <a:ext uri="{9D8B030D-6E8A-4147-A177-3AD203B41FA5}">
                      <a16:colId xmlns:a16="http://schemas.microsoft.com/office/drawing/2014/main" val="3265903288"/>
                    </a:ext>
                  </a:extLst>
                </a:gridCol>
              </a:tblGrid>
              <a:tr h="715526">
                <a:tc rowSpan="2">
                  <a:txBody>
                    <a:bodyPr/>
                    <a:lstStyle/>
                    <a:p>
                      <a:pPr algn="ctr" fontAlgn="ctr"/>
                      <a:r>
                        <a:rPr lang="en-US" sz="1200" b="1" i="0" u="none" strike="noStrike">
                          <a:solidFill>
                            <a:srgbClr val="00B050"/>
                          </a:solidFill>
                          <a:effectLst/>
                          <a:latin typeface="Arial" panose="020B0604020202020204" pitchFamily="34" charset="0"/>
                        </a:rPr>
                        <a:t>Chủng Loại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rowSpan="2">
                  <a:txBody>
                    <a:bodyPr/>
                    <a:lstStyle/>
                    <a:p>
                      <a:pPr algn="ctr" rtl="0" fontAlgn="ctr"/>
                      <a:r>
                        <a:rPr lang="en-US" sz="1200" b="1" i="0" u="none" strike="noStrike">
                          <a:solidFill>
                            <a:srgbClr val="00B050"/>
                          </a:solidFill>
                          <a:effectLst/>
                          <a:latin typeface="Arial" panose="020B0604020202020204" pitchFamily="34" charset="0"/>
                        </a:rPr>
                        <a:t>Giá</a:t>
                      </a:r>
                      <a:br/>
                      <a:r>
                        <a:rPr lang="en-US" sz="1200" b="1" i="0" u="none" strike="noStrike">
                          <a:solidFill>
                            <a:srgbClr val="00B050"/>
                          </a:solidFill>
                          <a:effectLst/>
                          <a:latin typeface="Arial" panose="020B0604020202020204" pitchFamily="34" charset="0"/>
                        </a:rPr>
                        <a:t>(17/06/26)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rowSpan="2">
                  <a:txBody>
                    <a:bodyPr/>
                    <a:lstStyle/>
                    <a:p>
                      <a:pPr algn="ctr" rtl="0" fontAlgn="ctr"/>
                      <a:r>
                        <a:rPr lang="en-US" sz="1200" b="1" i="0" u="none" strike="noStrike">
                          <a:solidFill>
                            <a:srgbClr val="00B050"/>
                          </a:solidFill>
                          <a:effectLst/>
                          <a:latin typeface="Arial" panose="020B0604020202020204" pitchFamily="34" charset="0"/>
                        </a:rPr>
                        <a:t>Giá</a:t>
                      </a:r>
                      <a:br/>
                      <a:r>
                        <a:rPr lang="en-US" sz="1200" b="1" i="0" u="none" strike="noStrike">
                          <a:solidFill>
                            <a:srgbClr val="00B050"/>
                          </a:solidFill>
                          <a:effectLst/>
                          <a:latin typeface="Arial" panose="020B0604020202020204" pitchFamily="34" charset="0"/>
                        </a:rPr>
                        <a:t>(18/06/26)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gridSpan="2">
                  <a:txBody>
                    <a:bodyPr/>
                    <a:lstStyle/>
                    <a:p>
                      <a:pPr algn="ctr" fontAlgn="ctr"/>
                      <a:r>
                        <a:rPr lang="en-US" sz="1200" b="1" i="0" u="none" strike="noStrike">
                          <a:solidFill>
                            <a:srgbClr val="00B050"/>
                          </a:solidFill>
                          <a:effectLst/>
                          <a:latin typeface="Arial" panose="020B0604020202020204" pitchFamily="34" charset="0"/>
                        </a:rPr>
                        <a:t>Thay đổi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hMerge="1">
                  <a:txBody>
                    <a:bodyPr/>
                    <a:lstStyle/>
                    <a:p>
                      <a:endParaRPr lang="en-US"/>
                    </a:p>
                  </a:txBody>
                  <a:tcPr/>
                </a:tc>
                <a:extLst>
                  <a:ext uri="{0D108BD9-81ED-4DB2-BD59-A6C34878D82A}">
                    <a16:rowId xmlns:a16="http://schemas.microsoft.com/office/drawing/2014/main" val="1241063540"/>
                  </a:ext>
                </a:extLst>
              </a:tr>
              <a:tr h="434927">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1200" b="1" i="0" u="none" strike="noStrike">
                          <a:solidFill>
                            <a:srgbClr val="00B050"/>
                          </a:solidFill>
                          <a:effectLst/>
                          <a:latin typeface="Arial" panose="020B0604020202020204" pitchFamily="34" charset="0"/>
                        </a:rPr>
                        <a:t>USD/T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tc>
                  <a:txBody>
                    <a:bodyPr/>
                    <a:lstStyle/>
                    <a:p>
                      <a:pPr algn="ctr" fontAlgn="ctr"/>
                      <a:r>
                        <a:rPr lang="en-US" sz="1200" b="1" i="0" u="none" strike="noStrike">
                          <a:solidFill>
                            <a:srgbClr val="00B05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1DE"/>
                    </a:solidFill>
                  </a:tcPr>
                </a:tc>
                <a:extLst>
                  <a:ext uri="{0D108BD9-81ED-4DB2-BD59-A6C34878D82A}">
                    <a16:rowId xmlns:a16="http://schemas.microsoft.com/office/drawing/2014/main" val="3794993050"/>
                  </a:ext>
                </a:extLst>
              </a:tr>
              <a:tr h="392837">
                <a:tc>
                  <a:txBody>
                    <a:bodyPr/>
                    <a:lstStyle/>
                    <a:p>
                      <a:pPr algn="ctr" fontAlgn="ctr"/>
                      <a:r>
                        <a:rPr lang="en-US" sz="1200" b="0" i="0" u="none" strike="noStrike">
                          <a:solidFill>
                            <a:srgbClr val="000000"/>
                          </a:solidFill>
                          <a:effectLst/>
                          <a:latin typeface="Arial" panose="020B0604020202020204" pitchFamily="34" charset="0"/>
                        </a:rPr>
                        <a:t>RSS3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3,100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3,064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0595820"/>
                  </a:ext>
                </a:extLst>
              </a:tr>
              <a:tr h="392837">
                <a:tc>
                  <a:txBody>
                    <a:bodyPr/>
                    <a:lstStyle/>
                    <a:p>
                      <a:pPr algn="ctr" fontAlgn="ctr"/>
                      <a:r>
                        <a:rPr lang="en-US" sz="1200" b="0" i="0" u="none" strike="noStrike">
                          <a:solidFill>
                            <a:srgbClr val="000000"/>
                          </a:solidFill>
                          <a:effectLst/>
                          <a:latin typeface="Arial" panose="020B0604020202020204" pitchFamily="34" charset="0"/>
                        </a:rPr>
                        <a:t>STR20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2,594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2,580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0954265"/>
                  </a:ext>
                </a:extLst>
              </a:tr>
              <a:tr h="392837">
                <a:tc>
                  <a:txBody>
                    <a:bodyPr/>
                    <a:lstStyle/>
                    <a:p>
                      <a:pPr algn="ctr" fontAlgn="ctr"/>
                      <a:r>
                        <a:rPr lang="en-US" sz="1200" b="0" i="0" u="none" strike="noStrike">
                          <a:solidFill>
                            <a:srgbClr val="000000"/>
                          </a:solidFill>
                          <a:effectLst/>
                          <a:latin typeface="Arial" panose="020B0604020202020204" pitchFamily="34" charset="0"/>
                        </a:rPr>
                        <a:t>SMR20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2,320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2,320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8618700"/>
                  </a:ext>
                </a:extLst>
              </a:tr>
              <a:tr h="392837">
                <a:tc>
                  <a:txBody>
                    <a:bodyPr/>
                    <a:lstStyle/>
                    <a:p>
                      <a:pPr algn="ctr" fontAlgn="ctr"/>
                      <a:r>
                        <a:rPr lang="en-US" sz="1200" b="0" i="0" u="none" strike="noStrike">
                          <a:solidFill>
                            <a:srgbClr val="000000"/>
                          </a:solidFill>
                          <a:effectLst/>
                          <a:latin typeface="Arial" panose="020B0604020202020204" pitchFamily="34" charset="0"/>
                        </a:rPr>
                        <a:t>SIR20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N/A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N/A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8441352"/>
                  </a:ext>
                </a:extLst>
              </a:tr>
              <a:tr h="392837">
                <a:tc>
                  <a:txBody>
                    <a:bodyPr/>
                    <a:lstStyle/>
                    <a:p>
                      <a:pPr algn="l" fontAlgn="ctr"/>
                      <a:r>
                        <a:rPr lang="en-US" sz="1200" b="0" i="0" u="none" strike="noStrike">
                          <a:solidFill>
                            <a:srgbClr val="000000"/>
                          </a:solidFill>
                          <a:effectLst/>
                          <a:latin typeface="Arial" panose="020B0604020202020204" pitchFamily="34" charset="0"/>
                        </a:rPr>
                        <a:t>Thai Latex 60% (Bulk)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1,963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1,969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smtClean="0">
                          <a:solidFill>
                            <a:srgbClr val="000000"/>
                          </a:solidFill>
                          <a:effectLst/>
                          <a:latin typeface="Arial" panose="020B0604020202020204" pitchFamily="34" charset="0"/>
                        </a:rPr>
                        <a:t>+6</a:t>
                      </a:r>
                      <a:endParaRPr lang="en-US" sz="1200" b="0" i="0" u="none" strike="noStrike" dirty="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599673"/>
                  </a:ext>
                </a:extLst>
              </a:tr>
              <a:tr h="392837">
                <a:tc>
                  <a:txBody>
                    <a:bodyPr/>
                    <a:lstStyle/>
                    <a:p>
                      <a:pPr algn="l" fontAlgn="ctr"/>
                      <a:r>
                        <a:rPr lang="en-US" sz="1200" b="0" i="0" u="none" strike="noStrike">
                          <a:solidFill>
                            <a:srgbClr val="000000"/>
                          </a:solidFill>
                          <a:effectLst/>
                          <a:latin typeface="Arial" panose="020B0604020202020204" pitchFamily="34" charset="0"/>
                        </a:rPr>
                        <a:t>Thai Latex 60% (Drums)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2,063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          2,069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smtClean="0">
                          <a:solidFill>
                            <a:srgbClr val="000000"/>
                          </a:solidFill>
                          <a:effectLst/>
                          <a:latin typeface="Arial" panose="020B0604020202020204" pitchFamily="34" charset="0"/>
                        </a:rPr>
                        <a:t>+6</a:t>
                      </a:r>
                      <a:endParaRPr lang="en-US" sz="1200" b="0" i="0" u="none" strike="noStrike" dirty="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Arial" panose="020B0604020202020204" pitchFamily="34"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6849768"/>
                  </a:ext>
                </a:extLst>
              </a:tr>
            </a:tbl>
          </a:graphicData>
        </a:graphic>
      </p:graphicFrame>
    </p:spTree>
    <p:extLst>
      <p:ext uri="{BB962C8B-B14F-4D97-AF65-F5344CB8AC3E}">
        <p14:creationId xmlns:p14="http://schemas.microsoft.com/office/powerpoint/2010/main" val="1661342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p:cNvSpPr>
            <a:spLocks noGrp="1"/>
          </p:cNvSpPr>
          <p:nvPr>
            <p:ph type="ftr" sz="quarter" idx="3"/>
          </p:nvPr>
        </p:nvSpPr>
        <p:spPr/>
        <p:txBody>
          <a:bodyPr/>
          <a:lstStyle/>
          <a:p>
            <a:r>
              <a:rPr lang="en-GB" dirty="0">
                <a:solidFill>
                  <a:srgbClr val="FFFFFF"/>
                </a:solidFill>
              </a:rPr>
              <a:t>Deriving value from your audit</a:t>
            </a:r>
          </a:p>
        </p:txBody>
      </p:sp>
      <p:sp>
        <p:nvSpPr>
          <p:cNvPr id="7" name="Slide Number Placeholder 6"/>
          <p:cNvSpPr>
            <a:spLocks noGrp="1"/>
          </p:cNvSpPr>
          <p:nvPr>
            <p:ph type="sldNum" sz="quarter" idx="4"/>
          </p:nvPr>
        </p:nvSpPr>
        <p:spPr/>
        <p:txBody>
          <a:bodyPr/>
          <a:lstStyle/>
          <a:p>
            <a:fld id="{FEBD7F86-1881-4698-8703-FB80B0800997}" type="slidenum">
              <a:rPr lang="en-GB" smtClean="0">
                <a:solidFill>
                  <a:srgbClr val="FFFFFF"/>
                </a:solidFill>
              </a:rPr>
              <a:pPr/>
              <a:t>3</a:t>
            </a:fld>
            <a:endParaRPr lang="en-GB">
              <a:solidFill>
                <a:srgbClr val="FFFFFF"/>
              </a:solidFill>
            </a:endParaRPr>
          </a:p>
        </p:txBody>
      </p:sp>
      <p:sp>
        <p:nvSpPr>
          <p:cNvPr id="8" name="Date Placeholder 7"/>
          <p:cNvSpPr>
            <a:spLocks noGrp="1"/>
          </p:cNvSpPr>
          <p:nvPr>
            <p:ph type="dt" sz="half" idx="2"/>
          </p:nvPr>
        </p:nvSpPr>
        <p:spPr/>
        <p:txBody>
          <a:bodyPr/>
          <a:lstStyle/>
          <a:p>
            <a:r>
              <a:rPr lang="en-GB">
                <a:solidFill>
                  <a:srgbClr val="FFFFFF"/>
                </a:solidFill>
              </a:rPr>
              <a:t>July 2013</a:t>
            </a:r>
            <a:endParaRPr lang="en-GB" dirty="0">
              <a:solidFill>
                <a:srgbClr val="FFFFFF"/>
              </a:solidFill>
            </a:endParaRPr>
          </a:p>
        </p:txBody>
      </p:sp>
      <p:sp>
        <p:nvSpPr>
          <p:cNvPr id="17" name="Slide Number Placeholder 3"/>
          <p:cNvSpPr txBox="1">
            <a:spLocks/>
          </p:cNvSpPr>
          <p:nvPr/>
        </p:nvSpPr>
        <p:spPr>
          <a:xfrm>
            <a:off x="5351318" y="9226178"/>
            <a:ext cx="1143000"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fld id="{FEBD7F86-1881-4698-8703-FB80B0800997}" type="slidenum">
              <a:rPr lang="en-GB" smtClean="0">
                <a:solidFill>
                  <a:srgbClr val="FFFFFF"/>
                </a:solidFill>
              </a:rPr>
              <a:pPr/>
              <a:t>3</a:t>
            </a:fld>
            <a:endParaRPr lang="en-GB">
              <a:solidFill>
                <a:srgbClr val="FFFFFF"/>
              </a:solidFill>
            </a:endParaRPr>
          </a:p>
        </p:txBody>
      </p:sp>
      <p:pic>
        <p:nvPicPr>
          <p:cNvPr id="19" name="Picture 18"/>
          <p:cNvPicPr>
            <a:picLocks noChangeAspect="1"/>
          </p:cNvPicPr>
          <p:nvPr/>
        </p:nvPicPr>
        <p:blipFill>
          <a:blip r:embed="rId3"/>
          <a:stretch>
            <a:fillRect/>
          </a:stretch>
        </p:blipFill>
        <p:spPr>
          <a:xfrm flipV="1">
            <a:off x="-2" y="-5607"/>
            <a:ext cx="6894287" cy="1412946"/>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825" y="144745"/>
            <a:ext cx="1026135" cy="1036444"/>
          </a:xfrm>
          <a:prstGeom prst="rect">
            <a:avLst/>
          </a:prstGeom>
        </p:spPr>
      </p:pic>
      <p:pic>
        <p:nvPicPr>
          <p:cNvPr id="22" name="Picture 21"/>
          <p:cNvPicPr>
            <a:picLocks noChangeAspect="1"/>
          </p:cNvPicPr>
          <p:nvPr/>
        </p:nvPicPr>
        <p:blipFill>
          <a:blip r:embed="rId3"/>
          <a:stretch>
            <a:fillRect/>
          </a:stretch>
        </p:blipFill>
        <p:spPr>
          <a:xfrm rot="10800000" flipV="1">
            <a:off x="0" y="9342837"/>
            <a:ext cx="6858000" cy="563164"/>
          </a:xfrm>
          <a:prstGeom prst="rect">
            <a:avLst/>
          </a:prstGeom>
        </p:spPr>
      </p:pic>
      <p:sp>
        <p:nvSpPr>
          <p:cNvPr id="20" name="Slide Number Placeholder 5"/>
          <p:cNvSpPr txBox="1">
            <a:spLocks/>
          </p:cNvSpPr>
          <p:nvPr/>
        </p:nvSpPr>
        <p:spPr>
          <a:xfrm>
            <a:off x="-124547" y="9527301"/>
            <a:ext cx="2077893"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r>
              <a:rPr lang="en-GB" dirty="0">
                <a:solidFill>
                  <a:srgbClr val="FFFFFF"/>
                </a:solidFill>
              </a:rPr>
              <a:t>RUBBERGROUP.VN</a:t>
            </a:r>
          </a:p>
        </p:txBody>
      </p:sp>
      <p:sp>
        <p:nvSpPr>
          <p:cNvPr id="21" name="Slide Number Placeholder 5"/>
          <p:cNvSpPr txBox="1">
            <a:spLocks/>
          </p:cNvSpPr>
          <p:nvPr/>
        </p:nvSpPr>
        <p:spPr>
          <a:xfrm>
            <a:off x="4495800" y="9527301"/>
            <a:ext cx="2077893"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r>
              <a:rPr lang="en-GB" dirty="0">
                <a:solidFill>
                  <a:srgbClr val="FFFFFF"/>
                </a:solidFill>
              </a:rPr>
              <a:t>BAN THỊ TRƯỜNG KINH DOANH</a:t>
            </a:r>
          </a:p>
        </p:txBody>
      </p:sp>
      <p:sp>
        <p:nvSpPr>
          <p:cNvPr id="23" name="Content Placeholder 9"/>
          <p:cNvSpPr>
            <a:spLocks noGrp="1"/>
          </p:cNvSpPr>
          <p:nvPr>
            <p:ph sz="quarter" idx="13"/>
          </p:nvPr>
        </p:nvSpPr>
        <p:spPr>
          <a:xfrm>
            <a:off x="2220045" y="349866"/>
            <a:ext cx="4432300" cy="854935"/>
          </a:xfrm>
        </p:spPr>
        <p:txBody>
          <a:bodyPr vert="horz" lIns="0" tIns="0" rIns="0" bIns="0" rtlCol="0" anchor="t">
            <a:noAutofit/>
          </a:bodyPr>
          <a:lstStyle/>
          <a:p>
            <a:pPr indent="-214630">
              <a:spcAft>
                <a:spcPts val="0"/>
              </a:spcAft>
            </a:pPr>
            <a:endParaRPr lang="en-US" sz="1400" b="1" dirty="0">
              <a:latin typeface="+mn-lt"/>
              <a:cs typeface="Arial"/>
            </a:endParaRPr>
          </a:p>
          <a:p>
            <a:pPr indent="-214630">
              <a:spcAft>
                <a:spcPts val="0"/>
              </a:spcAft>
            </a:pPr>
            <a:r>
              <a:rPr lang="en-US" sz="1400" b="1" dirty="0">
                <a:latin typeface="+mn-lt"/>
              </a:rPr>
              <a:t>BẢN TIN THỊ TRƯỜNG CAO SU NGÀY </a:t>
            </a:r>
            <a:r>
              <a:rPr lang="en-US" sz="1400" b="1" dirty="0" smtClean="0">
                <a:latin typeface="+mn-lt"/>
              </a:rPr>
              <a:t>18/06/2026</a:t>
            </a:r>
            <a:endParaRPr lang="en-US" sz="1400" b="1" dirty="0">
              <a:latin typeface="+mn-lt"/>
              <a:cs typeface="Arial"/>
            </a:endParaRPr>
          </a:p>
        </p:txBody>
      </p:sp>
      <p:sp>
        <p:nvSpPr>
          <p:cNvPr id="3" name="Rectangle 2"/>
          <p:cNvSpPr/>
          <p:nvPr/>
        </p:nvSpPr>
        <p:spPr>
          <a:xfrm>
            <a:off x="367731" y="1524000"/>
            <a:ext cx="6284613" cy="5547673"/>
          </a:xfrm>
          <a:prstGeom prst="rect">
            <a:avLst/>
          </a:prstGeom>
        </p:spPr>
        <p:txBody>
          <a:bodyPr wrap="square">
            <a:spAutoFit/>
          </a:bodyPr>
          <a:lstStyle/>
          <a:p>
            <a:pPr defTabSz="957580">
              <a:lnSpc>
                <a:spcPct val="150000"/>
              </a:lnSpc>
              <a:spcBef>
                <a:spcPts val="600"/>
              </a:spcBef>
              <a:spcAft>
                <a:spcPts val="600"/>
              </a:spcAft>
              <a:defRPr/>
            </a:pPr>
            <a:r>
              <a:rPr lang="en-US" sz="1100" b="1" kern="0" dirty="0">
                <a:solidFill>
                  <a:srgbClr val="00B050"/>
                </a:solidFill>
              </a:rPr>
              <a:t> </a:t>
            </a:r>
            <a:r>
              <a:rPr lang="en-US" sz="1200" b="1" kern="0" dirty="0">
                <a:solidFill>
                  <a:srgbClr val="00B050"/>
                </a:solidFill>
              </a:rPr>
              <a:t>III. Giá </a:t>
            </a:r>
            <a:r>
              <a:rPr lang="en-US" sz="1200" b="1" kern="0" dirty="0" err="1">
                <a:solidFill>
                  <a:srgbClr val="00B050"/>
                </a:solidFill>
              </a:rPr>
              <a:t>cao</a:t>
            </a:r>
            <a:r>
              <a:rPr lang="en-US" sz="1200" b="1" kern="0" dirty="0">
                <a:solidFill>
                  <a:srgbClr val="00B050"/>
                </a:solidFill>
              </a:rPr>
              <a:t> </a:t>
            </a:r>
            <a:r>
              <a:rPr lang="en-US" sz="1200" b="1" kern="0" dirty="0" err="1">
                <a:solidFill>
                  <a:srgbClr val="00B050"/>
                </a:solidFill>
              </a:rPr>
              <a:t>su</a:t>
            </a:r>
            <a:r>
              <a:rPr lang="en-US" sz="1200" b="1" kern="0" dirty="0">
                <a:solidFill>
                  <a:srgbClr val="00B050"/>
                </a:solidFill>
              </a:rPr>
              <a:t> </a:t>
            </a:r>
            <a:r>
              <a:rPr lang="en-US" sz="1200" b="1" kern="0" dirty="0" err="1">
                <a:solidFill>
                  <a:srgbClr val="00B050"/>
                </a:solidFill>
              </a:rPr>
              <a:t>trong</a:t>
            </a:r>
            <a:r>
              <a:rPr lang="en-US" sz="1200" b="1" kern="0" dirty="0">
                <a:solidFill>
                  <a:srgbClr val="00B050"/>
                </a:solidFill>
              </a:rPr>
              <a:t> </a:t>
            </a:r>
            <a:r>
              <a:rPr lang="en-US" sz="1200" b="1" kern="0" dirty="0" err="1">
                <a:solidFill>
                  <a:srgbClr val="00B050"/>
                </a:solidFill>
              </a:rPr>
              <a:t>nước</a:t>
            </a:r>
            <a:r>
              <a:rPr lang="en-US" sz="1200" b="1" kern="0" dirty="0">
                <a:solidFill>
                  <a:srgbClr val="00B050"/>
                </a:solidFill>
              </a:rPr>
              <a:t>: </a:t>
            </a:r>
          </a:p>
          <a:p>
            <a:pPr marL="117475" defTabSz="957580">
              <a:defRPr/>
            </a:pPr>
            <a:r>
              <a:rPr lang="en-US" sz="1200" b="1" kern="0" dirty="0">
                <a:solidFill>
                  <a:srgbClr val="00B050"/>
                </a:solidFill>
              </a:rPr>
              <a:t> 1. </a:t>
            </a:r>
            <a:r>
              <a:rPr lang="vi-VN" sz="1200" b="1" kern="0" dirty="0">
                <a:solidFill>
                  <a:srgbClr val="00B050"/>
                </a:solidFill>
              </a:rPr>
              <a:t>Giá sàn Tập đoàn lần thứ</a:t>
            </a:r>
            <a:r>
              <a:rPr lang="en-US" sz="1200" b="1" kern="0" dirty="0">
                <a:solidFill>
                  <a:srgbClr val="00B050"/>
                </a:solidFill>
              </a:rPr>
              <a:t>  </a:t>
            </a:r>
            <a:r>
              <a:rPr lang="en-US" sz="1200" b="1" kern="0" dirty="0" smtClean="0">
                <a:solidFill>
                  <a:srgbClr val="00B050"/>
                </a:solidFill>
              </a:rPr>
              <a:t>13 </a:t>
            </a:r>
            <a:r>
              <a:rPr lang="en-US" sz="1200" b="1" kern="0" dirty="0">
                <a:solidFill>
                  <a:srgbClr val="00B050"/>
                </a:solidFill>
              </a:rPr>
              <a:t>&amp; </a:t>
            </a:r>
            <a:r>
              <a:rPr lang="en-US" sz="1200" b="1" kern="0" dirty="0" smtClean="0">
                <a:solidFill>
                  <a:srgbClr val="00B050"/>
                </a:solidFill>
              </a:rPr>
              <a:t>14 </a:t>
            </a:r>
            <a:r>
              <a:rPr lang="vi-VN" sz="1200" b="1" kern="0" dirty="0">
                <a:solidFill>
                  <a:srgbClr val="00B050"/>
                </a:solidFill>
              </a:rPr>
              <a:t>: Giá xuất khẩu FOB/FCA (USD/T) cảng Tp.HCM và giá</a:t>
            </a:r>
            <a:r>
              <a:rPr lang="en-US" sz="1200" b="1" kern="0" dirty="0">
                <a:solidFill>
                  <a:srgbClr val="00B050"/>
                </a:solidFill>
              </a:rPr>
              <a:t> </a:t>
            </a:r>
            <a:r>
              <a:rPr lang="vi-VN" sz="1200" b="1" kern="0" dirty="0">
                <a:solidFill>
                  <a:srgbClr val="00B050"/>
                </a:solidFill>
              </a:rPr>
              <a:t>bán Nội địa (VNĐ/tấn) giao</a:t>
            </a:r>
            <a:r>
              <a:rPr lang="en-US" sz="1200" b="1" kern="0" dirty="0">
                <a:solidFill>
                  <a:srgbClr val="00B050"/>
                </a:solidFill>
              </a:rPr>
              <a:t> </a:t>
            </a:r>
            <a:r>
              <a:rPr lang="en-US" sz="1200" b="1" kern="0" dirty="0" err="1">
                <a:solidFill>
                  <a:srgbClr val="00B050"/>
                </a:solidFill>
              </a:rPr>
              <a:t>hàng</a:t>
            </a:r>
            <a:r>
              <a:rPr lang="en-US" sz="1200" b="1" kern="0" dirty="0">
                <a:solidFill>
                  <a:srgbClr val="00B050"/>
                </a:solidFill>
              </a:rPr>
              <a:t> </a:t>
            </a:r>
            <a:r>
              <a:rPr lang="en-US" sz="1200" b="1" kern="0" dirty="0" err="1">
                <a:solidFill>
                  <a:srgbClr val="00B050"/>
                </a:solidFill>
              </a:rPr>
              <a:t>tại</a:t>
            </a:r>
            <a:r>
              <a:rPr lang="en-US" sz="1200" b="1" kern="0" dirty="0">
                <a:solidFill>
                  <a:srgbClr val="00B050"/>
                </a:solidFill>
              </a:rPr>
              <a:t> </a:t>
            </a:r>
            <a:r>
              <a:rPr lang="en-US" sz="1200" b="1" kern="0" dirty="0" err="1">
                <a:solidFill>
                  <a:srgbClr val="00B050"/>
                </a:solidFill>
              </a:rPr>
              <a:t>kho</a:t>
            </a:r>
            <a:r>
              <a:rPr lang="en-US" sz="1200" b="1" kern="0" dirty="0">
                <a:solidFill>
                  <a:srgbClr val="00B050"/>
                </a:solidFill>
              </a:rPr>
              <a:t>.   </a:t>
            </a: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endParaRPr lang="en-US" sz="1300" b="1" kern="0" dirty="0">
              <a:solidFill>
                <a:srgbClr val="00B050"/>
              </a:solidFill>
            </a:endParaRPr>
          </a:p>
          <a:p>
            <a:pPr defTabSz="957580">
              <a:defRPr/>
            </a:pPr>
            <a:r>
              <a:rPr lang="en-US" sz="1200" b="1" kern="0" dirty="0">
                <a:solidFill>
                  <a:srgbClr val="00B050"/>
                </a:solidFill>
              </a:rPr>
              <a:t>                                                      </a:t>
            </a:r>
            <a:endParaRPr lang="en-US" sz="1200" kern="0" dirty="0">
              <a:solidFill>
                <a:srgbClr val="00B050"/>
              </a:solidFill>
            </a:endParaRPr>
          </a:p>
        </p:txBody>
      </p:sp>
      <p:sp>
        <p:nvSpPr>
          <p:cNvPr id="11" name="Rectangle 10"/>
          <p:cNvSpPr/>
          <p:nvPr/>
        </p:nvSpPr>
        <p:spPr>
          <a:xfrm>
            <a:off x="688040" y="7162800"/>
            <a:ext cx="6017560" cy="2970044"/>
          </a:xfrm>
          <a:prstGeom prst="rect">
            <a:avLst/>
          </a:prstGeom>
        </p:spPr>
        <p:txBody>
          <a:bodyPr wrap="square">
            <a:spAutoFit/>
          </a:bodyPr>
          <a:lstStyle/>
          <a:p>
            <a:pPr defTabSz="957580">
              <a:spcBef>
                <a:spcPts val="600"/>
              </a:spcBef>
              <a:spcAft>
                <a:spcPts val="600"/>
              </a:spcAft>
              <a:defRPr/>
            </a:pPr>
            <a:endParaRPr lang="en-US" sz="1300" b="1" kern="0" dirty="0">
              <a:solidFill>
                <a:srgbClr val="00B050"/>
              </a:solidFill>
            </a:endParaRPr>
          </a:p>
          <a:p>
            <a:pPr defTabSz="957580">
              <a:spcBef>
                <a:spcPts val="600"/>
              </a:spcBef>
              <a:spcAft>
                <a:spcPts val="600"/>
              </a:spcAft>
              <a:defRPr/>
            </a:pPr>
            <a:endParaRPr lang="en-US" sz="1300" b="1" kern="0" dirty="0">
              <a:solidFill>
                <a:srgbClr val="00B050"/>
              </a:solidFill>
            </a:endParaRPr>
          </a:p>
          <a:p>
            <a:pPr defTabSz="957580">
              <a:spcBef>
                <a:spcPts val="600"/>
              </a:spcBef>
              <a:spcAft>
                <a:spcPts val="600"/>
              </a:spcAft>
              <a:defRPr/>
            </a:pPr>
            <a:r>
              <a:rPr lang="en-US" sz="1200" b="1" kern="0" dirty="0">
                <a:solidFill>
                  <a:srgbClr val="00B050"/>
                </a:solidFill>
              </a:rPr>
              <a:t>2. Giá </a:t>
            </a:r>
            <a:r>
              <a:rPr lang="en-US" sz="1200" b="1" kern="0" dirty="0" err="1">
                <a:solidFill>
                  <a:srgbClr val="00B050"/>
                </a:solidFill>
              </a:rPr>
              <a:t>mủ</a:t>
            </a:r>
            <a:r>
              <a:rPr lang="en-US" sz="1200" b="1" kern="0" dirty="0">
                <a:solidFill>
                  <a:srgbClr val="00B050"/>
                </a:solidFill>
              </a:rPr>
              <a:t> </a:t>
            </a:r>
            <a:r>
              <a:rPr lang="en-US" sz="1200" b="1" kern="0" dirty="0" err="1">
                <a:solidFill>
                  <a:srgbClr val="00B050"/>
                </a:solidFill>
              </a:rPr>
              <a:t>nguyên</a:t>
            </a:r>
            <a:r>
              <a:rPr lang="en-US" sz="1200" b="1" kern="0" dirty="0">
                <a:solidFill>
                  <a:srgbClr val="00B050"/>
                </a:solidFill>
              </a:rPr>
              <a:t> </a:t>
            </a:r>
            <a:r>
              <a:rPr lang="en-US" sz="1200" b="1" kern="0" dirty="0" err="1">
                <a:solidFill>
                  <a:srgbClr val="00B050"/>
                </a:solidFill>
              </a:rPr>
              <a:t>liệu</a:t>
            </a:r>
            <a:r>
              <a:rPr lang="en-US" sz="1200" b="1" kern="0" dirty="0">
                <a:solidFill>
                  <a:srgbClr val="00B050"/>
                </a:solidFill>
              </a:rPr>
              <a:t> (do </a:t>
            </a:r>
            <a:r>
              <a:rPr lang="en-US" sz="1200" b="1" kern="0" dirty="0" err="1">
                <a:solidFill>
                  <a:srgbClr val="00B050"/>
                </a:solidFill>
              </a:rPr>
              <a:t>các</a:t>
            </a:r>
            <a:r>
              <a:rPr lang="en-US" sz="1200" b="1" kern="0" dirty="0">
                <a:solidFill>
                  <a:srgbClr val="00B050"/>
                </a:solidFill>
              </a:rPr>
              <a:t> </a:t>
            </a:r>
            <a:r>
              <a:rPr lang="en-US" sz="1200" b="1" kern="0" dirty="0" err="1">
                <a:solidFill>
                  <a:srgbClr val="00B050"/>
                </a:solidFill>
              </a:rPr>
              <a:t>đơn</a:t>
            </a:r>
            <a:r>
              <a:rPr lang="en-US" sz="1200" b="1" kern="0" dirty="0">
                <a:solidFill>
                  <a:srgbClr val="00B050"/>
                </a:solidFill>
              </a:rPr>
              <a:t> </a:t>
            </a:r>
            <a:r>
              <a:rPr lang="en-US" sz="1200" b="1" kern="0" dirty="0" err="1">
                <a:solidFill>
                  <a:srgbClr val="00B050"/>
                </a:solidFill>
              </a:rPr>
              <a:t>vị</a:t>
            </a:r>
            <a:r>
              <a:rPr lang="en-US" sz="1200" b="1" kern="0" dirty="0">
                <a:solidFill>
                  <a:srgbClr val="00B050"/>
                </a:solidFill>
              </a:rPr>
              <a:t> </a:t>
            </a:r>
            <a:r>
              <a:rPr lang="en-US" sz="1200" b="1" kern="0" dirty="0" err="1">
                <a:solidFill>
                  <a:srgbClr val="00B050"/>
                </a:solidFill>
              </a:rPr>
              <a:t>thành</a:t>
            </a:r>
            <a:r>
              <a:rPr lang="en-US" sz="1200" b="1" kern="0" dirty="0">
                <a:solidFill>
                  <a:srgbClr val="00B050"/>
                </a:solidFill>
              </a:rPr>
              <a:t> </a:t>
            </a:r>
            <a:r>
              <a:rPr lang="en-US" sz="1200" b="1" kern="0" dirty="0" err="1">
                <a:solidFill>
                  <a:srgbClr val="00B050"/>
                </a:solidFill>
              </a:rPr>
              <a:t>viên</a:t>
            </a:r>
            <a:r>
              <a:rPr lang="en-US" sz="1200" b="1" kern="0" dirty="0">
                <a:solidFill>
                  <a:srgbClr val="00B050"/>
                </a:solidFill>
              </a:rPr>
              <a:t> </a:t>
            </a:r>
            <a:r>
              <a:rPr lang="en-US" sz="1200" b="1" kern="0" dirty="0" err="1">
                <a:solidFill>
                  <a:srgbClr val="00B050"/>
                </a:solidFill>
              </a:rPr>
              <a:t>cung</a:t>
            </a:r>
            <a:r>
              <a:rPr lang="en-US" sz="1200" b="1" kern="0" dirty="0">
                <a:solidFill>
                  <a:srgbClr val="00B050"/>
                </a:solidFill>
              </a:rPr>
              <a:t> </a:t>
            </a:r>
            <a:r>
              <a:rPr lang="en-US" sz="1200" b="1" kern="0" dirty="0" err="1">
                <a:solidFill>
                  <a:srgbClr val="00B050"/>
                </a:solidFill>
              </a:rPr>
              <a:t>cấp</a:t>
            </a:r>
            <a:r>
              <a:rPr lang="en-US" sz="1200" b="1" kern="0" dirty="0">
                <a:solidFill>
                  <a:srgbClr val="00B050"/>
                </a:solidFill>
              </a:rPr>
              <a:t>)- </a:t>
            </a:r>
            <a:r>
              <a:rPr lang="en-US" sz="1200" b="1" kern="0" dirty="0" err="1">
                <a:solidFill>
                  <a:srgbClr val="00B050"/>
                </a:solidFill>
              </a:rPr>
              <a:t>đồng</a:t>
            </a:r>
            <a:r>
              <a:rPr lang="en-US" sz="1200" b="1" kern="0" dirty="0">
                <a:solidFill>
                  <a:srgbClr val="00B050"/>
                </a:solidFill>
              </a:rPr>
              <a:t>/</a:t>
            </a:r>
            <a:r>
              <a:rPr lang="en-US" sz="1200" b="1" kern="0" dirty="0" err="1">
                <a:solidFill>
                  <a:srgbClr val="00B050"/>
                </a:solidFill>
              </a:rPr>
              <a:t>độ</a:t>
            </a:r>
            <a:r>
              <a:rPr lang="en-US" sz="1200" b="1" kern="0" dirty="0">
                <a:solidFill>
                  <a:srgbClr val="00B050"/>
                </a:solidFill>
              </a:rPr>
              <a:t> TSC): </a:t>
            </a:r>
            <a:endParaRPr lang="en-US" sz="1300" kern="0" dirty="0" smtClean="0"/>
          </a:p>
          <a:p>
            <a:pPr lvl="0" defTabSz="957580">
              <a:spcBef>
                <a:spcPts val="600"/>
              </a:spcBef>
              <a:defRPr/>
            </a:pPr>
            <a:r>
              <a:rPr lang="en-US" sz="1300" kern="0" dirty="0" err="1">
                <a:solidFill>
                  <a:srgbClr val="000000"/>
                </a:solidFill>
              </a:rPr>
              <a:t>Khu vực Bình Dương: 573 đ/độ TSC</a:t>
            </a:r>
            <a:r>
              <a:rPr lang="en-US" sz="1300" kern="0" dirty="0">
                <a:solidFill>
                  <a:srgbClr val="000000"/>
                </a:solidFill>
              </a:rPr>
              <a:t/>
            </a:r>
            <a:r>
              <a:rPr lang="en-US" sz="1300" kern="0" dirty="0" err="1">
                <a:solidFill>
                  <a:srgbClr val="000000"/>
                </a:solidFill>
              </a:rPr>
              <a:t/>
            </a:r>
            <a:r>
              <a:rPr lang="en-US" sz="1300" kern="0" dirty="0">
                <a:solidFill>
                  <a:srgbClr val="000000"/>
                </a:solidFill>
              </a:rPr>
              <a:t/>
            </a:r>
            <a:r>
              <a:rPr lang="en-US" sz="1300" kern="0" dirty="0" err="1">
                <a:solidFill>
                  <a:srgbClr val="000000"/>
                </a:solidFill>
              </a:rPr>
              <a:t/>
            </a:r>
            <a:r>
              <a:rPr lang="en-US" sz="1300" kern="0" dirty="0">
                <a:solidFill>
                  <a:srgbClr val="000000"/>
                </a:solidFill>
              </a:rPr>
              <a:t/>
            </a:r>
            <a:r>
              <a:rPr lang="en-US" sz="1300" kern="0" dirty="0" err="1">
                <a:solidFill>
                  <a:srgbClr val="000000"/>
                </a:solidFill>
              </a:rPr>
              <a:t/>
            </a:r>
            <a:r>
              <a:rPr lang="en-US" sz="1300" kern="0" dirty="0">
                <a:solidFill>
                  <a:srgbClr val="000000"/>
                </a:solidFill>
              </a:rPr>
              <a:t/>
            </a:r>
            <a:r>
              <a:rPr lang="en-US" sz="1300" kern="0" dirty="0" smtClean="0">
                <a:solidFill>
                  <a:srgbClr val="000000"/>
                </a:solidFill>
              </a:rPr>
              <a:t/>
            </a:r>
            <a:r>
              <a:rPr lang="en-US" sz="1300" kern="0" dirty="0">
                <a:solidFill>
                  <a:srgbClr val="000000"/>
                </a:solidFill>
              </a:rPr>
              <a:t/>
            </a:r>
            <a:r>
              <a:rPr lang="en-US" sz="1300" kern="0" dirty="0" err="1">
                <a:solidFill>
                  <a:srgbClr val="000000"/>
                </a:solidFill>
              </a:rPr>
              <a:t/>
            </a:r>
            <a:r>
              <a:rPr lang="en-US" sz="1300" kern="0" dirty="0">
                <a:solidFill>
                  <a:srgbClr val="000000"/>
                </a:solidFill>
              </a:rPr>
              <a:t/>
            </a:r>
          </a:p>
          <a:p>
            <a:pPr lvl="0" defTabSz="957580">
              <a:defRPr/>
            </a:pPr>
            <a:r>
              <a:rPr lang="en-US" sz="1300" kern="0" dirty="0" err="1">
                <a:solidFill>
                  <a:srgbClr val="000000"/>
                </a:solidFill>
              </a:rPr>
              <a:t>Khu vực Bình Phước: 538-580 đ/độ TSC</a:t>
            </a:r>
            <a:r>
              <a:rPr lang="en-US" sz="1300" kern="0" dirty="0">
                <a:solidFill>
                  <a:srgbClr val="000000"/>
                </a:solidFill>
              </a:rPr>
              <a:t/>
            </a:r>
            <a:r>
              <a:rPr lang="en-US" sz="1300" kern="0" dirty="0" err="1">
                <a:solidFill>
                  <a:srgbClr val="000000"/>
                </a:solidFill>
              </a:rPr>
              <a:t/>
            </a:r>
            <a:r>
              <a:rPr lang="en-US" sz="1300" kern="0" dirty="0">
                <a:solidFill>
                  <a:srgbClr val="000000"/>
                </a:solidFill>
              </a:rPr>
              <a:t/>
            </a:r>
            <a:r>
              <a:rPr lang="en-US" sz="1300" kern="0" dirty="0" err="1">
                <a:solidFill>
                  <a:srgbClr val="000000"/>
                </a:solidFill>
              </a:rPr>
              <a:t/>
            </a:r>
            <a:r>
              <a:rPr lang="en-US" sz="1300" kern="0" dirty="0">
                <a:solidFill>
                  <a:srgbClr val="000000"/>
                </a:solidFill>
              </a:rPr>
              <a:t/>
            </a:r>
            <a:r>
              <a:rPr lang="en-US" sz="1300" kern="0" dirty="0" err="1">
                <a:solidFill>
                  <a:srgbClr val="000000"/>
                </a:solidFill>
              </a:rPr>
              <a:t/>
            </a:r>
            <a:r>
              <a:rPr lang="en-US" sz="1300" kern="0" dirty="0">
                <a:solidFill>
                  <a:srgbClr val="000000"/>
                </a:solidFill>
              </a:rPr>
              <a:t/>
            </a:r>
            <a:r>
              <a:rPr lang="en-US" sz="1300" kern="0" dirty="0" smtClean="0">
                <a:solidFill>
                  <a:srgbClr val="000000"/>
                </a:solidFill>
              </a:rPr>
              <a:t/>
            </a:r>
            <a:r>
              <a:rPr lang="en-US" sz="1300" kern="0" dirty="0">
                <a:solidFill>
                  <a:srgbClr val="000000"/>
                </a:solidFill>
              </a:rPr>
              <a:t/>
            </a:r>
            <a:r>
              <a:rPr lang="en-US" sz="1300" kern="0" dirty="0" err="1">
                <a:solidFill>
                  <a:srgbClr val="000000"/>
                </a:solidFill>
              </a:rPr>
              <a:t/>
            </a:r>
            <a:r>
              <a:rPr lang="en-US" sz="1300" kern="0" dirty="0">
                <a:solidFill>
                  <a:srgbClr val="000000"/>
                </a:solidFill>
              </a:rPr>
              <a:t/>
            </a:r>
          </a:p>
          <a:p>
            <a:pPr lvl="0" defTabSz="957580">
              <a:defRPr/>
            </a:pPr>
            <a:r>
              <a:rPr lang="en-US" sz="1300" kern="0" dirty="0" err="1">
                <a:solidFill>
                  <a:srgbClr val="000000"/>
                </a:solidFill>
              </a:rPr>
              <a:t>Khu vực Bình Thuận: 545 đ/độ TSC</a:t>
            </a:r>
            <a:r>
              <a:rPr lang="en-US" sz="1300" kern="0" dirty="0">
                <a:solidFill>
                  <a:srgbClr val="000000"/>
                </a:solidFill>
              </a:rPr>
              <a:t/>
            </a:r>
            <a:r>
              <a:rPr lang="en-US" sz="1300" kern="0" dirty="0" err="1">
                <a:solidFill>
                  <a:srgbClr val="000000"/>
                </a:solidFill>
              </a:rPr>
              <a:t/>
            </a:r>
            <a:r>
              <a:rPr lang="en-US" sz="1300" kern="0" dirty="0">
                <a:solidFill>
                  <a:srgbClr val="000000"/>
                </a:solidFill>
              </a:rPr>
              <a:t/>
            </a:r>
            <a:r>
              <a:rPr lang="en-US" sz="1300" kern="0" dirty="0" err="1">
                <a:solidFill>
                  <a:srgbClr val="000000"/>
                </a:solidFill>
              </a:rPr>
              <a:t/>
            </a:r>
            <a:r>
              <a:rPr lang="en-US" sz="1300" kern="0" dirty="0">
                <a:solidFill>
                  <a:srgbClr val="000000"/>
                </a:solidFill>
              </a:rPr>
              <a:t/>
            </a:r>
            <a:r>
              <a:rPr lang="en-US" sz="1300" kern="0" dirty="0" err="1">
                <a:solidFill>
                  <a:srgbClr val="000000"/>
                </a:solidFill>
              </a:rPr>
              <a:t/>
            </a:r>
            <a:r>
              <a:rPr lang="en-US" sz="1300" kern="0" dirty="0">
                <a:solidFill>
                  <a:srgbClr val="000000"/>
                </a:solidFill>
              </a:rPr>
              <a:t/>
            </a:r>
            <a:r>
              <a:rPr lang="en-US" sz="1300" kern="0" dirty="0" smtClean="0">
                <a:solidFill>
                  <a:srgbClr val="000000"/>
                </a:solidFill>
              </a:rPr>
              <a:t/>
            </a:r>
            <a:r>
              <a:rPr lang="en-US" sz="1300" kern="0" dirty="0">
                <a:solidFill>
                  <a:srgbClr val="000000"/>
                </a:solidFill>
              </a:rPr>
              <a:t/>
            </a:r>
            <a:r>
              <a:rPr lang="en-US" sz="1300" kern="0" dirty="0" err="1">
                <a:solidFill>
                  <a:srgbClr val="000000"/>
                </a:solidFill>
              </a:rPr>
              <a:t/>
            </a:r>
            <a:r>
              <a:rPr lang="en-US" sz="1300" kern="0" dirty="0">
                <a:solidFill>
                  <a:srgbClr val="000000"/>
                </a:solidFill>
              </a:rPr>
              <a:t/>
            </a:r>
          </a:p>
          <a:p>
            <a:pPr lvl="0" defTabSz="957580">
              <a:defRPr/>
            </a:pPr>
            <a:r>
              <a:rPr lang="en-US" sz="1300" kern="0" dirty="0" err="1">
                <a:solidFill>
                  <a:srgbClr val="000000"/>
                </a:solidFill>
              </a:rPr>
              <a:t>Khu vực Tây Ninh: 570 đ/độ TSC</a:t>
            </a:r>
            <a:r>
              <a:rPr lang="en-US" sz="1300" kern="0" dirty="0">
                <a:solidFill>
                  <a:srgbClr val="000000"/>
                </a:solidFill>
              </a:rPr>
              <a:t/>
            </a:r>
            <a:r>
              <a:rPr lang="en-US" sz="1300" kern="0" dirty="0" err="1">
                <a:solidFill>
                  <a:srgbClr val="000000"/>
                </a:solidFill>
              </a:rPr>
              <a:t/>
            </a:r>
            <a:r>
              <a:rPr lang="en-US" sz="1300" kern="0" dirty="0">
                <a:solidFill>
                  <a:srgbClr val="000000"/>
                </a:solidFill>
              </a:rPr>
              <a:t/>
            </a:r>
            <a:r>
              <a:rPr lang="en-US" sz="1300" kern="0" dirty="0" err="1" smtClean="0">
                <a:solidFill>
                  <a:srgbClr val="000000"/>
                </a:solidFill>
              </a:rPr>
              <a:t/>
            </a:r>
            <a:r>
              <a:rPr lang="en-US" sz="1300" kern="0" dirty="0" smtClean="0">
                <a:solidFill>
                  <a:srgbClr val="000000"/>
                </a:solidFill>
              </a:rPr>
              <a:t/>
            </a:r>
            <a:r>
              <a:rPr lang="en-US" sz="1300" kern="0" dirty="0" err="1" smtClean="0">
                <a:solidFill>
                  <a:srgbClr val="000000"/>
                </a:solidFill>
              </a:rPr>
              <a:t/>
            </a:r>
            <a:r>
              <a:rPr lang="en-US" sz="1300" kern="0" dirty="0" smtClean="0">
                <a:solidFill>
                  <a:srgbClr val="000000"/>
                </a:solidFill>
              </a:rPr>
              <a:t/>
            </a:r>
            <a:r>
              <a:rPr lang="en-US" sz="1300" kern="0" dirty="0">
                <a:solidFill>
                  <a:srgbClr val="000000"/>
                </a:solidFill>
              </a:rPr>
              <a:t/>
            </a:r>
            <a:r>
              <a:rPr lang="en-US" sz="1300" kern="0" dirty="0" err="1">
                <a:solidFill>
                  <a:srgbClr val="000000"/>
                </a:solidFill>
              </a:rPr>
              <a:t/>
            </a:r>
            <a:r>
              <a:rPr lang="en-US" sz="1300" kern="0" dirty="0">
                <a:solidFill>
                  <a:srgbClr val="000000"/>
                </a:solidFill>
              </a:rPr>
              <a:t/>
            </a:r>
          </a:p>
          <a:p>
            <a:pPr lvl="0" defTabSz="957580">
              <a:defRPr/>
            </a:pPr>
            <a:endParaRPr lang="en-US" sz="1300" kern="0" dirty="0">
              <a:solidFill>
                <a:srgbClr val="000000"/>
              </a:solidFill>
            </a:endParaRPr>
          </a:p>
          <a:p>
            <a:pPr defTabSz="957580">
              <a:spcBef>
                <a:spcPts val="600"/>
              </a:spcBef>
              <a:defRPr/>
            </a:pPr>
            <a:endParaRPr lang="en-US" sz="1300" kern="0" dirty="0" smtClean="0"/>
          </a:p>
          <a:p>
            <a:pPr defTabSz="957580">
              <a:spcBef>
                <a:spcPts val="600"/>
              </a:spcBef>
              <a:defRPr/>
            </a:pPr>
            <a:endParaRPr lang="en-US" sz="1300" kern="0" dirty="0"/>
          </a:p>
          <a:p>
            <a:pPr defTabSz="957580">
              <a:spcBef>
                <a:spcPts val="600"/>
              </a:spcBef>
              <a:defRPr/>
            </a:pPr>
            <a:endParaRPr lang="en-US" sz="1300" kern="0" dirty="0"/>
          </a:p>
        </p:txBody>
      </p:sp>
      <p:graphicFrame>
        <p:nvGraphicFramePr>
          <p:cNvPr id="4" name="Table 3"/>
          <p:cNvGraphicFramePr>
            <a:graphicFrameLocks noGrp="1"/>
          </p:cNvGraphicFramePr>
          <p:nvPr>
            <p:extLst>
              <p:ext uri="{D42A27DB-BD31-4B8C-83A1-F6EECF244321}">
                <p14:modId xmlns:p14="http://schemas.microsoft.com/office/powerpoint/2010/main" val="2736338942"/>
              </p:ext>
            </p:extLst>
          </p:nvPr>
        </p:nvGraphicFramePr>
        <p:xfrm>
          <a:off x="688041" y="2438394"/>
          <a:ext cx="5806278" cy="5334003"/>
        </p:xfrm>
        <a:graphic>
          <a:graphicData uri="http://schemas.openxmlformats.org/drawingml/2006/table">
            <a:tbl>
              <a:tblPr/>
              <a:tblGrid>
                <a:gridCol w="1120321">
                  <a:extLst>
                    <a:ext uri="{9D8B030D-6E8A-4147-A177-3AD203B41FA5}">
                      <a16:colId xmlns:a16="http://schemas.microsoft.com/office/drawing/2014/main" val="1149999447"/>
                    </a:ext>
                  </a:extLst>
                </a:gridCol>
                <a:gridCol w="1192136">
                  <a:extLst>
                    <a:ext uri="{9D8B030D-6E8A-4147-A177-3AD203B41FA5}">
                      <a16:colId xmlns:a16="http://schemas.microsoft.com/office/drawing/2014/main" val="1068628972"/>
                    </a:ext>
                  </a:extLst>
                </a:gridCol>
                <a:gridCol w="1192136">
                  <a:extLst>
                    <a:ext uri="{9D8B030D-6E8A-4147-A177-3AD203B41FA5}">
                      <a16:colId xmlns:a16="http://schemas.microsoft.com/office/drawing/2014/main" val="2387529185"/>
                    </a:ext>
                  </a:extLst>
                </a:gridCol>
                <a:gridCol w="1149047">
                  <a:extLst>
                    <a:ext uri="{9D8B030D-6E8A-4147-A177-3AD203B41FA5}">
                      <a16:colId xmlns:a16="http://schemas.microsoft.com/office/drawing/2014/main" val="1705270512"/>
                    </a:ext>
                  </a:extLst>
                </a:gridCol>
                <a:gridCol w="1152638">
                  <a:extLst>
                    <a:ext uri="{9D8B030D-6E8A-4147-A177-3AD203B41FA5}">
                      <a16:colId xmlns:a16="http://schemas.microsoft.com/office/drawing/2014/main" val="436167407"/>
                    </a:ext>
                  </a:extLst>
                </a:gridCol>
              </a:tblGrid>
              <a:tr h="640907">
                <a:tc rowSpan="2">
                  <a:txBody>
                    <a:bodyPr/>
                    <a:lstStyle/>
                    <a:p>
                      <a:pPr algn="ctr" rtl="0" fontAlgn="ctr"/>
                      <a:r>
                        <a:rPr lang="en-US" sz="1200" b="1" i="0" u="none" strike="noStrike">
                          <a:solidFill>
                            <a:srgbClr val="000000"/>
                          </a:solidFill>
                          <a:effectLst/>
                          <a:latin typeface="Arial" panose="020B0604020202020204" pitchFamily="34" charset="0"/>
                        </a:rPr>
                        <a:t>Chủng Loại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9AD"/>
                    </a:solidFill>
                  </a:tcPr>
                </a:tc>
                <a:tc gridSpan="2">
                  <a:txBody>
                    <a:bodyPr/>
                    <a:lstStyle/>
                    <a:p>
                      <a:pPr algn="ctr" rtl="0" fontAlgn="ctr"/>
                      <a:r>
                        <a:rPr lang="en-US" sz="1200" b="1" i="0" u="none" strike="noStrike">
                          <a:solidFill>
                            <a:srgbClr val="000000"/>
                          </a:solidFill>
                          <a:effectLst/>
                          <a:latin typeface="Arial" panose="020B0604020202020204" pitchFamily="34" charset="0"/>
                        </a:rPr>
                        <a:t>Giá sàn lần 13</a:t>
                      </a:r>
                      <a:br/>
                      <a:r>
                        <a:rPr lang="en-US" sz="1200" b="1" i="0" u="none" strike="noStrike">
                          <a:solidFill>
                            <a:srgbClr val="000000"/>
                          </a:solidFill>
                          <a:effectLst/>
                          <a:latin typeface="Arial" panose="020B0604020202020204" pitchFamily="34" charset="0"/>
                        </a:rPr>
                        <a:t>(27/05/2026)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9AD"/>
                    </a:solidFill>
                  </a:tcPr>
                </a:tc>
                <a:tc hMerge="1">
                  <a:txBody>
                    <a:bodyPr/>
                    <a:lstStyle/>
                    <a:p>
                      <a:endParaRPr lang="en-US"/>
                    </a:p>
                  </a:txBody>
                  <a:tcPr/>
                </a:tc>
                <a:tc gridSpan="2">
                  <a:txBody>
                    <a:bodyPr/>
                    <a:lstStyle/>
                    <a:p>
                      <a:pPr algn="ctr" rtl="0" fontAlgn="ctr"/>
                      <a:r>
                        <a:rPr lang="en-US" sz="1200" b="1" i="0" u="none" strike="noStrike">
                          <a:solidFill>
                            <a:srgbClr val="000000"/>
                          </a:solidFill>
                          <a:effectLst/>
                          <a:latin typeface="Arial" panose="020B0604020202020204" pitchFamily="34" charset="0"/>
                        </a:rPr>
                        <a:t>Giá sàn lần 14</a:t>
                      </a:r>
                      <a:br/>
                      <a:r>
                        <a:rPr lang="en-US" sz="1200" b="1" i="0" u="none" strike="noStrike">
                          <a:solidFill>
                            <a:srgbClr val="000000"/>
                          </a:solidFill>
                          <a:effectLst/>
                          <a:latin typeface="Arial" panose="020B0604020202020204" pitchFamily="34" charset="0"/>
                        </a:rPr>
                        <a:t>(09/06/2026)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9AD"/>
                    </a:solidFill>
                  </a:tcPr>
                </a:tc>
                <a:tc hMerge="1">
                  <a:txBody>
                    <a:bodyPr/>
                    <a:lstStyle/>
                    <a:p>
                      <a:endParaRPr lang="en-US"/>
                    </a:p>
                  </a:txBody>
                  <a:tcPr/>
                </a:tc>
                <a:extLst>
                  <a:ext uri="{0D108BD9-81ED-4DB2-BD59-A6C34878D82A}">
                    <a16:rowId xmlns:a16="http://schemas.microsoft.com/office/drawing/2014/main" val="3369101698"/>
                  </a:ext>
                </a:extLst>
              </a:tr>
              <a:tr h="951024">
                <a:tc vMerge="1">
                  <a:txBody>
                    <a:bodyPr/>
                    <a:lstStyle/>
                    <a:p>
                      <a:endParaRPr lang="en-US"/>
                    </a:p>
                  </a:txBody>
                  <a:tcPr/>
                </a:tc>
                <a:tc>
                  <a:txBody>
                    <a:bodyPr/>
                    <a:lstStyle/>
                    <a:p>
                      <a:pPr algn="ctr" rtl="0" fontAlgn="ctr"/>
                      <a:r>
                        <a:rPr lang="en-US" sz="1200" b="1" i="0" u="none" strike="noStrike">
                          <a:solidFill>
                            <a:srgbClr val="000000"/>
                          </a:solidFill>
                          <a:effectLst/>
                          <a:latin typeface="Arial" panose="020B0604020202020204" pitchFamily="34" charset="0"/>
                        </a:rPr>
                        <a:t>Giá XK FOB/FCA</a:t>
                      </a:r>
                      <a:br>
                        <a:rPr lang="en-US" sz="1200" b="1" i="0" u="none" strike="noStrike">
                          <a:solidFill>
                            <a:srgbClr val="000000"/>
                          </a:solidFill>
                          <a:effectLst/>
                          <a:latin typeface="Arial" panose="020B0604020202020204" pitchFamily="34" charset="0"/>
                        </a:rPr>
                      </a:br>
                      <a:r>
                        <a:rPr lang="en-US" sz="1200" b="1" i="0" u="none" strike="noStrike">
                          <a:solidFill>
                            <a:srgbClr val="000000"/>
                          </a:solidFill>
                          <a:effectLst/>
                          <a:latin typeface="Arial" panose="020B0604020202020204" pitchFamily="34" charset="0"/>
                        </a:rPr>
                        <a:t>(USD/T)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9AD"/>
                    </a:solidFill>
                  </a:tcPr>
                </a:tc>
                <a:tc>
                  <a:txBody>
                    <a:bodyPr/>
                    <a:lstStyle/>
                    <a:p>
                      <a:pPr algn="ctr" rtl="0" fontAlgn="ctr"/>
                      <a:r>
                        <a:rPr lang="en-US" sz="1200" b="1" i="0" u="none" strike="noStrike">
                          <a:solidFill>
                            <a:srgbClr val="000000"/>
                          </a:solidFill>
                          <a:effectLst/>
                          <a:latin typeface="Arial" panose="020B0604020202020204" pitchFamily="34" charset="0"/>
                        </a:rPr>
                        <a:t>Giá nội địa</a:t>
                      </a:r>
                      <a:br>
                        <a:rPr lang="en-US" sz="1200" b="1" i="0" u="none" strike="noStrike">
                          <a:solidFill>
                            <a:srgbClr val="000000"/>
                          </a:solidFill>
                          <a:effectLst/>
                          <a:latin typeface="Arial" panose="020B0604020202020204" pitchFamily="34" charset="0"/>
                        </a:rPr>
                      </a:br>
                      <a:r>
                        <a:rPr lang="en-US" sz="1200" b="1" i="0" u="none" strike="noStrike">
                          <a:solidFill>
                            <a:srgbClr val="000000"/>
                          </a:solidFill>
                          <a:effectLst/>
                          <a:latin typeface="Arial" panose="020B0604020202020204" pitchFamily="34" charset="0"/>
                        </a:rPr>
                        <a:t>(VNĐ/T)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9AD"/>
                    </a:solidFill>
                  </a:tcPr>
                </a:tc>
                <a:tc>
                  <a:txBody>
                    <a:bodyPr/>
                    <a:lstStyle/>
                    <a:p>
                      <a:pPr algn="ctr" rtl="0" fontAlgn="ctr"/>
                      <a:r>
                        <a:rPr lang="en-US" sz="1200" b="1" i="0" u="none" strike="noStrike">
                          <a:solidFill>
                            <a:srgbClr val="000000"/>
                          </a:solidFill>
                          <a:effectLst/>
                          <a:latin typeface="Arial" panose="020B0604020202020204" pitchFamily="34" charset="0"/>
                        </a:rPr>
                        <a:t>Giá XK FOB/FCA</a:t>
                      </a:r>
                      <a:br>
                        <a:rPr lang="en-US" sz="1200" b="1" i="0" u="none" strike="noStrike">
                          <a:solidFill>
                            <a:srgbClr val="000000"/>
                          </a:solidFill>
                          <a:effectLst/>
                          <a:latin typeface="Arial" panose="020B0604020202020204" pitchFamily="34" charset="0"/>
                        </a:rPr>
                      </a:br>
                      <a:r>
                        <a:rPr lang="en-US" sz="1200" b="1" i="0" u="none" strike="noStrike">
                          <a:solidFill>
                            <a:srgbClr val="000000"/>
                          </a:solidFill>
                          <a:effectLst/>
                          <a:latin typeface="Arial" panose="020B0604020202020204" pitchFamily="34" charset="0"/>
                        </a:rPr>
                        <a:t>(USD/T)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9AD"/>
                    </a:solidFill>
                  </a:tcPr>
                </a:tc>
                <a:tc>
                  <a:txBody>
                    <a:bodyPr/>
                    <a:lstStyle/>
                    <a:p>
                      <a:pPr algn="ctr" rtl="0" fontAlgn="ctr"/>
                      <a:r>
                        <a:rPr lang="en-US" sz="1200" b="1" i="0" u="none" strike="noStrike">
                          <a:solidFill>
                            <a:srgbClr val="000000"/>
                          </a:solidFill>
                          <a:effectLst/>
                          <a:latin typeface="Arial" panose="020B0604020202020204" pitchFamily="34" charset="0"/>
                        </a:rPr>
                        <a:t>Giá nội địa</a:t>
                      </a:r>
                      <a:br>
                        <a:rPr lang="en-US" sz="1200" b="1" i="0" u="none" strike="noStrike">
                          <a:solidFill>
                            <a:srgbClr val="000000"/>
                          </a:solidFill>
                          <a:effectLst/>
                          <a:latin typeface="Arial" panose="020B0604020202020204" pitchFamily="34" charset="0"/>
                        </a:rPr>
                      </a:br>
                      <a:r>
                        <a:rPr lang="en-US" sz="1200" b="1" i="0" u="none" strike="noStrike">
                          <a:solidFill>
                            <a:srgbClr val="000000"/>
                          </a:solidFill>
                          <a:effectLst/>
                          <a:latin typeface="Arial" panose="020B0604020202020204" pitchFamily="34" charset="0"/>
                        </a:rPr>
                        <a:t>(VNĐ/T)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9AD"/>
                    </a:solidFill>
                  </a:tcPr>
                </a:tc>
                <a:extLst>
                  <a:ext uri="{0D108BD9-81ED-4DB2-BD59-A6C34878D82A}">
                    <a16:rowId xmlns:a16="http://schemas.microsoft.com/office/drawing/2014/main" val="3152408133"/>
                  </a:ext>
                </a:extLst>
              </a:tr>
              <a:tr h="268768">
                <a:tc>
                  <a:txBody>
                    <a:bodyPr/>
                    <a:lstStyle/>
                    <a:p>
                      <a:pPr algn="l" rtl="0" fontAlgn="ctr"/>
                      <a:r>
                        <a:rPr lang="en-US" sz="1200" b="0" i="0" u="none" strike="noStrike">
                          <a:solidFill>
                            <a:srgbClr val="000000"/>
                          </a:solidFill>
                          <a:effectLst/>
                          <a:latin typeface="Arial" panose="020B0604020202020204" pitchFamily="34" charset="0"/>
                        </a:rPr>
                        <a:t>SVR CV 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63,800,000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64,500,000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5405899"/>
                  </a:ext>
                </a:extLst>
              </a:tr>
              <a:tr h="289442">
                <a:tc>
                  <a:txBody>
                    <a:bodyPr/>
                    <a:lstStyle/>
                    <a:p>
                      <a:pPr algn="l" rtl="0" fontAlgn="ctr"/>
                      <a:r>
                        <a:rPr lang="en-US" sz="1200" b="0" i="0" u="none" strike="noStrike">
                          <a:solidFill>
                            <a:srgbClr val="000000"/>
                          </a:solidFill>
                          <a:effectLst/>
                          <a:latin typeface="Arial" panose="020B0604020202020204" pitchFamily="34" charset="0"/>
                        </a:rPr>
                        <a:t>SVR CV60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63,250,000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63,950,000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3376127"/>
                  </a:ext>
                </a:extLst>
              </a:tr>
              <a:tr h="289442">
                <a:tc>
                  <a:txBody>
                    <a:bodyPr/>
                    <a:lstStyle/>
                    <a:p>
                      <a:pPr algn="l" rtl="0" fontAlgn="ctr"/>
                      <a:r>
                        <a:rPr lang="en-US" sz="1200" b="0" i="0" u="none" strike="noStrike">
                          <a:solidFill>
                            <a:srgbClr val="000000"/>
                          </a:solidFill>
                          <a:effectLst/>
                          <a:latin typeface="Arial" panose="020B0604020202020204" pitchFamily="34" charset="0"/>
                        </a:rPr>
                        <a:t>SVR 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62,450,000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63,200,000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3671731"/>
                  </a:ext>
                </a:extLst>
              </a:tr>
              <a:tr h="289442">
                <a:tc>
                  <a:txBody>
                    <a:bodyPr/>
                    <a:lstStyle/>
                    <a:p>
                      <a:pPr algn="l" rtl="0" fontAlgn="ctr"/>
                      <a:r>
                        <a:rPr lang="en-US" sz="1200" b="0" i="0" u="none" strike="noStrike">
                          <a:solidFill>
                            <a:srgbClr val="000000"/>
                          </a:solidFill>
                          <a:effectLst/>
                          <a:latin typeface="Arial" panose="020B0604020202020204" pitchFamily="34" charset="0"/>
                        </a:rPr>
                        <a:t>SVR 3L Mix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62,600,000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63,300,000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1643710"/>
                  </a:ext>
                </a:extLst>
              </a:tr>
              <a:tr h="289442">
                <a:tc>
                  <a:txBody>
                    <a:bodyPr/>
                    <a:lstStyle/>
                    <a:p>
                      <a:pPr algn="l" rtl="0" fontAlgn="ctr"/>
                      <a:r>
                        <a:rPr lang="en-US" sz="1200" b="0" i="0" u="none" strike="noStrike">
                          <a:solidFill>
                            <a:srgbClr val="000000"/>
                          </a:solidFill>
                          <a:effectLst/>
                          <a:latin typeface="Arial" panose="020B0604020202020204" pitchFamily="34" charset="0"/>
                        </a:rPr>
                        <a:t>SVR 3L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62,200,000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62,900,000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7273093"/>
                  </a:ext>
                </a:extLst>
              </a:tr>
              <a:tr h="289442">
                <a:tc>
                  <a:txBody>
                    <a:bodyPr/>
                    <a:lstStyle/>
                    <a:p>
                      <a:pPr algn="l" rtl="0" fontAlgn="ctr"/>
                      <a:r>
                        <a:rPr lang="en-US" sz="1200" b="0" i="0" u="none" strike="noStrike">
                          <a:solidFill>
                            <a:srgbClr val="000000"/>
                          </a:solidFill>
                          <a:effectLst/>
                          <a:latin typeface="Arial" panose="020B0604020202020204" pitchFamily="34" charset="0"/>
                        </a:rPr>
                        <a:t>SVR 5S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61,950,000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62,650,000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0456167"/>
                  </a:ext>
                </a:extLst>
              </a:tr>
              <a:tr h="289442">
                <a:tc>
                  <a:txBody>
                    <a:bodyPr/>
                    <a:lstStyle/>
                    <a:p>
                      <a:pPr algn="l" rtl="0" fontAlgn="ctr"/>
                      <a:r>
                        <a:rPr lang="en-US" sz="1200" b="0" i="0" u="none" strike="noStrike">
                          <a:solidFill>
                            <a:srgbClr val="000000"/>
                          </a:solidFill>
                          <a:effectLst/>
                          <a:latin typeface="Arial" panose="020B0604020202020204" pitchFamily="34" charset="0"/>
                        </a:rPr>
                        <a:t>SVR 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61,650,000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62,400,000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1933892"/>
                  </a:ext>
                </a:extLst>
              </a:tr>
              <a:tr h="289442">
                <a:tc>
                  <a:txBody>
                    <a:bodyPr/>
                    <a:lstStyle/>
                    <a:p>
                      <a:pPr algn="l" rtl="0" fontAlgn="ctr"/>
                      <a:r>
                        <a:rPr lang="en-US" sz="1200" b="0" i="0" u="none" strike="noStrike">
                          <a:solidFill>
                            <a:srgbClr val="000000"/>
                          </a:solidFill>
                          <a:effectLst/>
                          <a:latin typeface="Arial" panose="020B0604020202020204" pitchFamily="34" charset="0"/>
                        </a:rPr>
                        <a:t>SVR 10 Mix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2,260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58,000,000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59,000,000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6293846"/>
                  </a:ext>
                </a:extLst>
              </a:tr>
              <a:tr h="289442">
                <a:tc>
                  <a:txBody>
                    <a:bodyPr/>
                    <a:lstStyle/>
                    <a:p>
                      <a:pPr algn="l" rtl="0" fontAlgn="ctr"/>
                      <a:r>
                        <a:rPr lang="en-US" sz="1200" b="0" i="0" u="none" strike="noStrike">
                          <a:solidFill>
                            <a:srgbClr val="000000"/>
                          </a:solidFill>
                          <a:effectLst/>
                          <a:latin typeface="Arial" panose="020B0604020202020204" pitchFamily="34" charset="0"/>
                        </a:rPr>
                        <a:t>SVR 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2,240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57,500,000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2,280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58,500,000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3030611"/>
                  </a:ext>
                </a:extLst>
              </a:tr>
              <a:tr h="289442">
                <a:tc>
                  <a:txBody>
                    <a:bodyPr/>
                    <a:lstStyle/>
                    <a:p>
                      <a:pPr algn="l" rtl="0" fontAlgn="ctr"/>
                      <a:r>
                        <a:rPr lang="en-US" sz="1200" b="0" i="0" u="none" strike="noStrike">
                          <a:solidFill>
                            <a:srgbClr val="000000"/>
                          </a:solidFill>
                          <a:effectLst/>
                          <a:latin typeface="Arial" panose="020B0604020202020204" pitchFamily="34" charset="0"/>
                        </a:rPr>
                        <a:t>SVR 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2,220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56,950,000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2,260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57,950,000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7651166"/>
                  </a:ext>
                </a:extLst>
              </a:tr>
              <a:tr h="289442">
                <a:tc>
                  <a:txBody>
                    <a:bodyPr/>
                    <a:lstStyle/>
                    <a:p>
                      <a:pPr algn="l" rtl="0" fontAlgn="ctr"/>
                      <a:r>
                        <a:rPr lang="en-US" sz="1200" b="0" i="0" u="none" strike="noStrike">
                          <a:solidFill>
                            <a:srgbClr val="000000"/>
                          </a:solidFill>
                          <a:effectLst/>
                          <a:latin typeface="Arial" panose="020B0604020202020204" pitchFamily="34" charset="0"/>
                        </a:rPr>
                        <a:t>RSS 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63,250,000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63,950,000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39158"/>
                  </a:ext>
                </a:extLst>
              </a:tr>
              <a:tr h="289442">
                <a:tc>
                  <a:txBody>
                    <a:bodyPr/>
                    <a:lstStyle/>
                    <a:p>
                      <a:pPr algn="l" rtl="0" fontAlgn="ctr"/>
                      <a:r>
                        <a:rPr lang="en-US" sz="1200" b="0" i="0" u="none" strike="noStrike">
                          <a:solidFill>
                            <a:srgbClr val="000000"/>
                          </a:solidFill>
                          <a:effectLst/>
                          <a:latin typeface="Arial" panose="020B0604020202020204" pitchFamily="34" charset="0"/>
                        </a:rPr>
                        <a:t>RSS 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63,750,000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2,510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64,450,000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16300"/>
                  </a:ext>
                </a:extLst>
              </a:tr>
              <a:tr h="289442">
                <a:tc>
                  <a:txBody>
                    <a:bodyPr/>
                    <a:lstStyle/>
                    <a:p>
                      <a:pPr algn="l" rtl="0" fontAlgn="ctr"/>
                      <a:r>
                        <a:rPr lang="en-US" sz="1200" b="0" i="0" u="none" strike="noStrike">
                          <a:solidFill>
                            <a:srgbClr val="000000"/>
                          </a:solidFill>
                          <a:effectLst/>
                          <a:latin typeface="Arial" panose="020B0604020202020204" pitchFamily="34" charset="0"/>
                        </a:rPr>
                        <a:t>LATEX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1,750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45,300,000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Arial" panose="020B0604020202020204" pitchFamily="34" charset="0"/>
                        </a:rPr>
                        <a:t>1,760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Arial" panose="020B0604020202020204" pitchFamily="34" charset="0"/>
                        </a:rPr>
                        <a:t>45,500,000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4602402"/>
                  </a:ext>
                </a:extLst>
              </a:tr>
            </a:tbl>
          </a:graphicData>
        </a:graphic>
      </p:graphicFrame>
    </p:spTree>
    <p:extLst>
      <p:ext uri="{BB962C8B-B14F-4D97-AF65-F5344CB8AC3E}">
        <p14:creationId xmlns:p14="http://schemas.microsoft.com/office/powerpoint/2010/main" val="2487779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8DC90-B4E4-1940-E7F8-A1F2A8980E68}"/>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F75F3206-C641-C009-70DB-2D73C87B70EE}"/>
              </a:ext>
            </a:extLst>
          </p:cNvPr>
          <p:cNvSpPr>
            <a:spLocks noGrp="1"/>
          </p:cNvSpPr>
          <p:nvPr>
            <p:ph type="ftr" sz="quarter" idx="3"/>
          </p:nvPr>
        </p:nvSpPr>
        <p:spPr>
          <a:xfrm>
            <a:off x="2338526" y="9507879"/>
            <a:ext cx="3941588" cy="194234"/>
          </a:xfrm>
        </p:spPr>
        <p:txBody>
          <a:bodyPr/>
          <a:lstStyle/>
          <a:p>
            <a:r>
              <a:rPr lang="en-GB" dirty="0">
                <a:solidFill>
                  <a:srgbClr val="FFFFFF"/>
                </a:solidFill>
                <a:latin typeface="Arial"/>
              </a:rPr>
              <a:t>Deriving value from your audit</a:t>
            </a:r>
          </a:p>
        </p:txBody>
      </p:sp>
      <p:sp>
        <p:nvSpPr>
          <p:cNvPr id="7" name="Slide Number Placeholder 6">
            <a:extLst>
              <a:ext uri="{FF2B5EF4-FFF2-40B4-BE49-F238E27FC236}">
                <a16:creationId xmlns:a16="http://schemas.microsoft.com/office/drawing/2014/main" id="{0C17DFA8-8875-5E4C-28AD-44BAE4699877}"/>
              </a:ext>
            </a:extLst>
          </p:cNvPr>
          <p:cNvSpPr>
            <a:spLocks noGrp="1"/>
          </p:cNvSpPr>
          <p:nvPr>
            <p:ph type="sldNum" sz="quarter" idx="4"/>
          </p:nvPr>
        </p:nvSpPr>
        <p:spPr/>
        <p:txBody>
          <a:bodyPr/>
          <a:lstStyle/>
          <a:p>
            <a:fld id="{FEBD7F86-1881-4698-8703-FB80B0800997}" type="slidenum">
              <a:rPr lang="en-GB" smtClean="0">
                <a:solidFill>
                  <a:srgbClr val="FFFFFF"/>
                </a:solidFill>
                <a:latin typeface="Arial"/>
              </a:rPr>
              <a:pPr/>
              <a:t>4</a:t>
            </a:fld>
            <a:endParaRPr lang="en-GB">
              <a:solidFill>
                <a:srgbClr val="FFFFFF"/>
              </a:solidFill>
              <a:latin typeface="Arial"/>
            </a:endParaRPr>
          </a:p>
        </p:txBody>
      </p:sp>
      <p:sp>
        <p:nvSpPr>
          <p:cNvPr id="8" name="Date Placeholder 7">
            <a:extLst>
              <a:ext uri="{FF2B5EF4-FFF2-40B4-BE49-F238E27FC236}">
                <a16:creationId xmlns:a16="http://schemas.microsoft.com/office/drawing/2014/main" id="{83362B57-43C2-F903-9D8E-FFBDCA58DDEE}"/>
              </a:ext>
            </a:extLst>
          </p:cNvPr>
          <p:cNvSpPr>
            <a:spLocks noGrp="1"/>
          </p:cNvSpPr>
          <p:nvPr>
            <p:ph type="dt" sz="half" idx="2"/>
          </p:nvPr>
        </p:nvSpPr>
        <p:spPr/>
        <p:txBody>
          <a:bodyPr/>
          <a:lstStyle/>
          <a:p>
            <a:r>
              <a:rPr lang="en-GB" dirty="0">
                <a:solidFill>
                  <a:srgbClr val="FFFFFF"/>
                </a:solidFill>
                <a:latin typeface="Arial"/>
              </a:rPr>
              <a:t>July 2013</a:t>
            </a:r>
          </a:p>
        </p:txBody>
      </p:sp>
      <p:sp>
        <p:nvSpPr>
          <p:cNvPr id="17" name="Slide Number Placeholder 3">
            <a:extLst>
              <a:ext uri="{FF2B5EF4-FFF2-40B4-BE49-F238E27FC236}">
                <a16:creationId xmlns:a16="http://schemas.microsoft.com/office/drawing/2014/main" id="{B552E99B-87E5-FAD3-3BCF-D27D1118F927}"/>
              </a:ext>
            </a:extLst>
          </p:cNvPr>
          <p:cNvSpPr txBox="1">
            <a:spLocks/>
          </p:cNvSpPr>
          <p:nvPr/>
        </p:nvSpPr>
        <p:spPr>
          <a:xfrm>
            <a:off x="5351318" y="9226178"/>
            <a:ext cx="1143000"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fld id="{FEBD7F86-1881-4698-8703-FB80B0800997}" type="slidenum">
              <a:rPr lang="en-GB" smtClean="0">
                <a:solidFill>
                  <a:srgbClr val="FFFFFF"/>
                </a:solidFill>
                <a:latin typeface="Arial"/>
              </a:rPr>
              <a:pPr/>
              <a:t>4</a:t>
            </a:fld>
            <a:endParaRPr lang="en-GB">
              <a:solidFill>
                <a:srgbClr val="FFFFFF"/>
              </a:solidFill>
              <a:latin typeface="Arial"/>
            </a:endParaRPr>
          </a:p>
        </p:txBody>
      </p:sp>
      <p:pic>
        <p:nvPicPr>
          <p:cNvPr id="19" name="Picture 18">
            <a:extLst>
              <a:ext uri="{FF2B5EF4-FFF2-40B4-BE49-F238E27FC236}">
                <a16:creationId xmlns:a16="http://schemas.microsoft.com/office/drawing/2014/main" id="{7A7E3A31-E763-08DB-A7C9-AF65FD7DD054}"/>
              </a:ext>
            </a:extLst>
          </p:cNvPr>
          <p:cNvPicPr>
            <a:picLocks noChangeAspect="1"/>
          </p:cNvPicPr>
          <p:nvPr/>
        </p:nvPicPr>
        <p:blipFill>
          <a:blip r:embed="rId3"/>
          <a:stretch>
            <a:fillRect/>
          </a:stretch>
        </p:blipFill>
        <p:spPr>
          <a:xfrm flipV="1">
            <a:off x="-36287" y="111589"/>
            <a:ext cx="6894287" cy="1412946"/>
          </a:xfrm>
          <a:prstGeom prst="rect">
            <a:avLst/>
          </a:prstGeom>
        </p:spPr>
      </p:pic>
      <p:pic>
        <p:nvPicPr>
          <p:cNvPr id="5" name="Picture 4">
            <a:extLst>
              <a:ext uri="{FF2B5EF4-FFF2-40B4-BE49-F238E27FC236}">
                <a16:creationId xmlns:a16="http://schemas.microsoft.com/office/drawing/2014/main" id="{334A1B0D-97EE-D527-3866-06B9AE494B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825" y="144745"/>
            <a:ext cx="1026135" cy="1036444"/>
          </a:xfrm>
          <a:prstGeom prst="rect">
            <a:avLst/>
          </a:prstGeom>
        </p:spPr>
      </p:pic>
      <p:pic>
        <p:nvPicPr>
          <p:cNvPr id="22" name="Picture 21">
            <a:extLst>
              <a:ext uri="{FF2B5EF4-FFF2-40B4-BE49-F238E27FC236}">
                <a16:creationId xmlns:a16="http://schemas.microsoft.com/office/drawing/2014/main" id="{272BDB84-ADC9-A3FD-5679-B1E827F7A177}"/>
              </a:ext>
            </a:extLst>
          </p:cNvPr>
          <p:cNvPicPr>
            <a:picLocks noChangeAspect="1"/>
          </p:cNvPicPr>
          <p:nvPr/>
        </p:nvPicPr>
        <p:blipFill>
          <a:blip r:embed="rId3"/>
          <a:stretch>
            <a:fillRect/>
          </a:stretch>
        </p:blipFill>
        <p:spPr>
          <a:xfrm rot="10800000" flipV="1">
            <a:off x="0" y="9342837"/>
            <a:ext cx="6858000" cy="563164"/>
          </a:xfrm>
          <a:prstGeom prst="rect">
            <a:avLst/>
          </a:prstGeom>
        </p:spPr>
      </p:pic>
      <p:sp>
        <p:nvSpPr>
          <p:cNvPr id="20" name="Slide Number Placeholder 5">
            <a:extLst>
              <a:ext uri="{FF2B5EF4-FFF2-40B4-BE49-F238E27FC236}">
                <a16:creationId xmlns:a16="http://schemas.microsoft.com/office/drawing/2014/main" id="{CAD40C7B-1D59-334E-CBC6-41604690F0AD}"/>
              </a:ext>
            </a:extLst>
          </p:cNvPr>
          <p:cNvSpPr txBox="1">
            <a:spLocks/>
          </p:cNvSpPr>
          <p:nvPr/>
        </p:nvSpPr>
        <p:spPr>
          <a:xfrm>
            <a:off x="-124547" y="9527301"/>
            <a:ext cx="2077893"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r>
              <a:rPr lang="en-GB" dirty="0">
                <a:solidFill>
                  <a:srgbClr val="FFFFFF"/>
                </a:solidFill>
                <a:latin typeface="Arial"/>
              </a:rPr>
              <a:t>RUBBERGROUP.VN</a:t>
            </a:r>
          </a:p>
        </p:txBody>
      </p:sp>
      <p:sp>
        <p:nvSpPr>
          <p:cNvPr id="21" name="Slide Number Placeholder 5">
            <a:extLst>
              <a:ext uri="{FF2B5EF4-FFF2-40B4-BE49-F238E27FC236}">
                <a16:creationId xmlns:a16="http://schemas.microsoft.com/office/drawing/2014/main" id="{29F814A1-AF0A-3F61-C4F7-F277EBD33B65}"/>
              </a:ext>
            </a:extLst>
          </p:cNvPr>
          <p:cNvSpPr txBox="1">
            <a:spLocks/>
          </p:cNvSpPr>
          <p:nvPr/>
        </p:nvSpPr>
        <p:spPr>
          <a:xfrm>
            <a:off x="4495800" y="9527301"/>
            <a:ext cx="2077893"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r>
              <a:rPr lang="en-GB" dirty="0">
                <a:solidFill>
                  <a:srgbClr val="FFFFFF"/>
                </a:solidFill>
                <a:latin typeface="Arial"/>
              </a:rPr>
              <a:t>BAN THỊ TRƯỜNG KINH DOANH</a:t>
            </a:r>
          </a:p>
        </p:txBody>
      </p:sp>
      <p:sp>
        <p:nvSpPr>
          <p:cNvPr id="23" name="Content Placeholder 9">
            <a:extLst>
              <a:ext uri="{FF2B5EF4-FFF2-40B4-BE49-F238E27FC236}">
                <a16:creationId xmlns:a16="http://schemas.microsoft.com/office/drawing/2014/main" id="{D2C4FDB0-18AA-2435-8EDF-82AE0AB96ADA}"/>
              </a:ext>
            </a:extLst>
          </p:cNvPr>
          <p:cNvSpPr>
            <a:spLocks noGrp="1"/>
          </p:cNvSpPr>
          <p:nvPr>
            <p:ph sz="quarter" idx="13"/>
          </p:nvPr>
        </p:nvSpPr>
        <p:spPr>
          <a:xfrm>
            <a:off x="2220045" y="679823"/>
            <a:ext cx="4432300" cy="524978"/>
          </a:xfrm>
        </p:spPr>
        <p:txBody>
          <a:bodyPr vert="horz" lIns="0" tIns="0" rIns="0" bIns="0" rtlCol="0" anchor="t">
            <a:noAutofit/>
          </a:bodyPr>
          <a:lstStyle/>
          <a:p>
            <a:pPr indent="-214630">
              <a:spcAft>
                <a:spcPts val="0"/>
              </a:spcAft>
            </a:pPr>
            <a:r>
              <a:rPr lang="en-US" sz="1400" b="1" dirty="0">
                <a:latin typeface="+mn-lt"/>
              </a:rPr>
              <a:t>BẢN TIN THỊ TRƯỜNG CAO SU NGÀY </a:t>
            </a:r>
            <a:r>
              <a:rPr lang="en-US" sz="1400" b="1" dirty="0" smtClean="0">
                <a:latin typeface="+mn-lt"/>
              </a:rPr>
              <a:t>18/06/2026</a:t>
            </a:r>
            <a:endParaRPr lang="en-US" sz="1400" b="1" dirty="0">
              <a:latin typeface="+mn-lt"/>
              <a:cs typeface="Arial"/>
            </a:endParaRPr>
          </a:p>
        </p:txBody>
      </p:sp>
      <p:sp>
        <p:nvSpPr>
          <p:cNvPr id="15" name="Rectangle 14">
            <a:extLst>
              <a:ext uri="{FF2B5EF4-FFF2-40B4-BE49-F238E27FC236}">
                <a16:creationId xmlns:a16="http://schemas.microsoft.com/office/drawing/2014/main" id="{F4CA046A-F9FB-ACFA-A703-ACA34EA3B5BD}"/>
              </a:ext>
            </a:extLst>
          </p:cNvPr>
          <p:cNvSpPr/>
          <p:nvPr/>
        </p:nvSpPr>
        <p:spPr>
          <a:xfrm>
            <a:off x="577885" y="1524535"/>
            <a:ext cx="6074459" cy="8088753"/>
          </a:xfrm>
          <a:prstGeom prst="rect">
            <a:avLst/>
          </a:prstGeom>
        </p:spPr>
        <p:txBody>
          <a:bodyPr wrap="square" lIns="91440" tIns="45720" rIns="91440" bIns="45720" anchor="t">
            <a:spAutoFit/>
          </a:bodyPr>
          <a:lstStyle/>
          <a:p>
            <a:pPr marL="6350" marR="635" indent="-6350" algn="just">
              <a:spcBef>
                <a:spcPts val="1200"/>
              </a:spcBef>
              <a:spcAft>
                <a:spcPts val="1200"/>
              </a:spcAft>
            </a:pPr>
            <a:r>
              <a:rPr lang="en-US" sz="1200" b="1" dirty="0">
                <a:solidFill>
                  <a:srgbClr val="00B050"/>
                </a:solidFill>
                <a:ea typeface="Calibri"/>
              </a:rPr>
              <a:t>IV. </a:t>
            </a:r>
            <a:r>
              <a:rPr lang="en-US" sz="1200" b="1" dirty="0" err="1">
                <a:solidFill>
                  <a:srgbClr val="00B050"/>
                </a:solidFill>
                <a:ea typeface="Calibri"/>
              </a:rPr>
              <a:t>Các</a:t>
            </a:r>
            <a:r>
              <a:rPr lang="en-US" sz="1200" b="1" dirty="0">
                <a:solidFill>
                  <a:srgbClr val="00B050"/>
                </a:solidFill>
                <a:ea typeface="Calibri"/>
              </a:rPr>
              <a:t> </a:t>
            </a:r>
            <a:r>
              <a:rPr lang="en-US" sz="1200" b="1" dirty="0" err="1">
                <a:solidFill>
                  <a:srgbClr val="00B050"/>
                </a:solidFill>
                <a:ea typeface="Calibri"/>
              </a:rPr>
              <a:t>thông</a:t>
            </a:r>
            <a:r>
              <a:rPr lang="en-US" sz="1200" b="1" dirty="0">
                <a:solidFill>
                  <a:srgbClr val="00B050"/>
                </a:solidFill>
                <a:ea typeface="Calibri"/>
              </a:rPr>
              <a:t> tin </a:t>
            </a:r>
            <a:r>
              <a:rPr lang="en-US" sz="1200" b="1" dirty="0" err="1">
                <a:solidFill>
                  <a:srgbClr val="00B050"/>
                </a:solidFill>
                <a:ea typeface="Calibri"/>
              </a:rPr>
              <a:t>thị</a:t>
            </a:r>
            <a:r>
              <a:rPr lang="en-US" sz="1200" b="1" dirty="0">
                <a:solidFill>
                  <a:srgbClr val="00B050"/>
                </a:solidFill>
                <a:ea typeface="Calibri"/>
              </a:rPr>
              <a:t> </a:t>
            </a:r>
            <a:r>
              <a:rPr lang="en-US" sz="1200" b="1" dirty="0" err="1">
                <a:solidFill>
                  <a:srgbClr val="00B050"/>
                </a:solidFill>
                <a:ea typeface="Calibri"/>
              </a:rPr>
              <a:t>trường</a:t>
            </a:r>
            <a:r>
              <a:rPr lang="en-US" sz="1200" b="1" dirty="0">
                <a:solidFill>
                  <a:srgbClr val="00B050"/>
                </a:solidFill>
                <a:ea typeface="Calibri"/>
              </a:rPr>
              <a:t> </a:t>
            </a:r>
            <a:r>
              <a:rPr lang="en-US" sz="1200" b="1" dirty="0" err="1">
                <a:solidFill>
                  <a:srgbClr val="00B050"/>
                </a:solidFill>
                <a:ea typeface="Calibri"/>
              </a:rPr>
              <a:t>liên</a:t>
            </a:r>
            <a:r>
              <a:rPr lang="en-US" sz="1200" b="1" dirty="0">
                <a:solidFill>
                  <a:srgbClr val="00B050"/>
                </a:solidFill>
                <a:ea typeface="Calibri"/>
              </a:rPr>
              <a:t> </a:t>
            </a:r>
            <a:r>
              <a:rPr lang="en-US" sz="1200" b="1" dirty="0" err="1">
                <a:solidFill>
                  <a:srgbClr val="00B050"/>
                </a:solidFill>
                <a:ea typeface="Calibri"/>
              </a:rPr>
              <a:t>quan</a:t>
            </a:r>
            <a:r>
              <a:rPr lang="en-US" sz="1200" b="1" dirty="0">
                <a:solidFill>
                  <a:srgbClr val="00B050"/>
                </a:solidFill>
                <a:ea typeface="Calibri"/>
              </a:rPr>
              <a:t>:</a:t>
            </a:r>
            <a:r>
              <a:rPr lang="en-US" sz="1200" dirty="0">
                <a:effectLst/>
                <a:latin typeface="Arial" panose="020B0604020202020204" pitchFamily="34" charset="0"/>
                <a:ea typeface="Times New Roman" panose="02020603050405020304" pitchFamily="18" charset="0"/>
              </a:rPr>
              <a:t> </a:t>
            </a:r>
            <a:r>
              <a:rPr lang="en-US" sz="1250" dirty="0">
                <a:effectLst/>
                <a:latin typeface="Arial" panose="020B0604020202020204" pitchFamily="34" charset="0"/>
                <a:ea typeface="Times New Roman" panose="02020603050405020304" pitchFamily="18" charset="0"/>
              </a:rPr>
              <a:t> </a:t>
            </a:r>
            <a:r>
              <a:rPr lang="en-US" sz="1200" dirty="0">
                <a:effectLst/>
                <a:latin typeface="Arial" panose="020B0604020202020204" pitchFamily="34" charset="0"/>
                <a:ea typeface="Times New Roman" panose="02020603050405020304" pitchFamily="18" charset="0"/>
              </a:rPr>
              <a:t> </a:t>
            </a:r>
            <a:r>
              <a:rPr lang="en-US" sz="1200" dirty="0">
                <a:solidFill>
                  <a:srgbClr val="000000"/>
                </a:solidFill>
                <a:effectLst/>
                <a:latin typeface="Arial" panose="020B0604020202020204" pitchFamily="34" charset="0"/>
                <a:ea typeface="Times New Roman" panose="02020603050405020304" pitchFamily="18" charset="0"/>
              </a:rPr>
              <a:t> </a:t>
            </a:r>
            <a:r>
              <a:rPr lang="en-US" sz="1000" dirty="0">
                <a:effectLst/>
                <a:latin typeface="Arial" panose="020B0604020202020204" pitchFamily="34" charset="0"/>
                <a:ea typeface="Times New Roman" panose="02020603050405020304" pitchFamily="18" charset="0"/>
              </a:rPr>
              <a:t> </a:t>
            </a:r>
            <a:endParaRPr lang="en-US" sz="1100" dirty="0">
              <a:latin typeface="Times New Roman" panose="02020603050405020304" pitchFamily="18" charset="0"/>
              <a:ea typeface="Times New Roman" panose="02020603050405020304" pitchFamily="18" charset="0"/>
            </a:endParaRPr>
          </a:p>
          <a:p>
            <a:pPr algn="just">
              <a:lnSpc>
                <a:spcPct val="115000"/>
              </a:lnSpc>
              <a:spcAft>
                <a:spcPts val="600"/>
              </a:spcAft>
            </a:pPr>
            <a:r>
              <a:rPr lang="en-US" sz="1300" b="1" dirty="0">
                <a:ea typeface="Times New Roman" panose="02020603050405020304" pitchFamily="18" charset="0"/>
                <a:cs typeface="Times New Roman" panose="02020603050405020304" pitchFamily="18" charset="0"/>
              </a:rPr>
              <a:t>1.  Giá cao su 18/06 trên các sàn giao dịch thế giới:</a:t>
            </a:r>
            <a:r>
              <a:rPr lang="en-US" sz="1300" b="1" dirty="0" err="1">
                <a:ea typeface="Times New Roman" panose="02020603050405020304" pitchFamily="18" charset="0"/>
                <a:cs typeface="Times New Roman" panose="02020603050405020304" pitchFamily="18" charset="0"/>
              </a:rPr>
              <a:t/>
            </a:r>
            <a:r>
              <a:rPr lang="en-US" sz="1300" b="1" dirty="0">
                <a:ea typeface="Times New Roman" panose="02020603050405020304" pitchFamily="18" charset="0"/>
                <a:cs typeface="Times New Roman" panose="02020603050405020304" pitchFamily="18" charset="0"/>
              </a:rPr>
              <a:t/>
            </a:r>
            <a:r>
              <a:rPr lang="en-US" sz="1300" b="1" dirty="0" err="1">
                <a:ea typeface="Times New Roman" panose="02020603050405020304" pitchFamily="18" charset="0"/>
                <a:cs typeface="Times New Roman" panose="02020603050405020304" pitchFamily="18" charset="0"/>
              </a:rPr>
              <a:t/>
            </a:r>
            <a:r>
              <a:rPr lang="en-US" sz="1300" b="1" dirty="0">
                <a:ea typeface="Times New Roman" panose="02020603050405020304" pitchFamily="18" charset="0"/>
                <a:cs typeface="Times New Roman" panose="02020603050405020304" pitchFamily="18" charset="0"/>
              </a:rPr>
              <a:t/>
            </a:r>
            <a:r>
              <a:rPr lang="en-US" sz="1300" b="1" dirty="0" err="1">
                <a:ea typeface="Times New Roman" panose="02020603050405020304" pitchFamily="18" charset="0"/>
                <a:cs typeface="Times New Roman" panose="02020603050405020304" pitchFamily="18" charset="0"/>
              </a:rPr>
              <a:t/>
            </a:r>
            <a:r>
              <a:rPr lang="en-US" sz="1300" b="1" dirty="0">
                <a:ea typeface="Times New Roman" panose="02020603050405020304" pitchFamily="18" charset="0"/>
                <a:cs typeface="Times New Roman" panose="02020603050405020304" pitchFamily="18" charset="0"/>
              </a:rPr>
              <a:t/>
            </a:r>
            <a:r>
              <a:rPr lang="en-US" sz="1300" b="1" dirty="0" err="1">
                <a:ea typeface="Times New Roman" panose="02020603050405020304" pitchFamily="18" charset="0"/>
                <a:cs typeface="Times New Roman" panose="02020603050405020304" pitchFamily="18" charset="0"/>
              </a:rPr>
              <a:t/>
            </a:r>
            <a:r>
              <a:rPr lang="en-US" sz="1300" b="1" dirty="0">
                <a:ea typeface="Times New Roman" panose="02020603050405020304" pitchFamily="18" charset="0"/>
                <a:cs typeface="Times New Roman" panose="02020603050405020304" pitchFamily="18" charset="0"/>
              </a:rPr>
              <a:t/>
            </a:r>
            <a:r>
              <a:rPr lang="en-US" sz="1300" b="1" dirty="0" err="1">
                <a:ea typeface="Times New Roman" panose="02020603050405020304" pitchFamily="18" charset="0"/>
                <a:cs typeface="Times New Roman" panose="02020603050405020304" pitchFamily="18" charset="0"/>
              </a:rPr>
              <a:t/>
            </a:r>
            <a:r>
              <a:rPr lang="en-US" sz="1300" b="1" dirty="0">
                <a:ea typeface="Times New Roman" panose="02020603050405020304" pitchFamily="18" charset="0"/>
                <a:cs typeface="Times New Roman" panose="02020603050405020304" pitchFamily="18" charset="0"/>
              </a:rPr>
              <a:t/>
            </a:r>
            <a:r>
              <a:rPr lang="en-US" sz="1300" b="1" dirty="0" err="1">
                <a:ea typeface="Times New Roman" panose="02020603050405020304" pitchFamily="18" charset="0"/>
                <a:cs typeface="Times New Roman" panose="02020603050405020304" pitchFamily="18" charset="0"/>
              </a:rPr>
              <a:t/>
            </a:r>
            <a:r>
              <a:rPr lang="en-US" sz="1300" b="1" dirty="0">
                <a:ea typeface="Times New Roman" panose="02020603050405020304" pitchFamily="18" charset="0"/>
                <a:cs typeface="Times New Roman" panose="02020603050405020304" pitchFamily="18" charset="0"/>
              </a:rPr>
              <a:t/>
            </a:r>
            <a:r>
              <a:rPr lang="en-US" sz="1300" b="1" dirty="0" err="1">
                <a:ea typeface="Times New Roman" panose="02020603050405020304" pitchFamily="18" charset="0"/>
                <a:cs typeface="Times New Roman" panose="02020603050405020304" pitchFamily="18" charset="0"/>
              </a:rPr>
              <a:t/>
            </a:r>
            <a:r>
              <a:rPr lang="en-US" sz="1300" b="1" dirty="0">
                <a:ea typeface="Times New Roman" panose="02020603050405020304" pitchFamily="18" charset="0"/>
                <a:cs typeface="Times New Roman" panose="02020603050405020304" pitchFamily="18" charset="0"/>
              </a:rPr>
              <a:t/>
            </a:r>
            <a:r>
              <a:rPr lang="en-US" sz="1300" b="1" dirty="0" err="1">
                <a:ea typeface="Times New Roman" panose="02020603050405020304" pitchFamily="18" charset="0"/>
                <a:cs typeface="Times New Roman" panose="02020603050405020304" pitchFamily="18" charset="0"/>
              </a:rPr>
              <a:t/>
            </a:r>
            <a:r>
              <a:rPr lang="en-US" sz="1300" b="1" dirty="0">
                <a:ea typeface="Times New Roman" panose="02020603050405020304" pitchFamily="18" charset="0"/>
                <a:cs typeface="Times New Roman" panose="02020603050405020304" pitchFamily="18" charset="0"/>
              </a:rPr>
              <a:t/>
            </a:r>
            <a:r>
              <a:rPr lang="en-US" sz="1300" b="1" dirty="0" err="1">
                <a:ea typeface="Times New Roman" panose="02020603050405020304" pitchFamily="18" charset="0"/>
                <a:cs typeface="Times New Roman" panose="02020603050405020304" pitchFamily="18" charset="0"/>
              </a:rPr>
              <a:t/>
            </a:r>
            <a:r>
              <a:rPr lang="en-US" sz="1300" b="1" dirty="0">
                <a:ea typeface="Times New Roman" panose="02020603050405020304" pitchFamily="18" charset="0"/>
                <a:cs typeface="Times New Roman" panose="02020603050405020304" pitchFamily="18" charset="0"/>
              </a:rPr>
              <a:t/>
            </a:r>
            <a:r>
              <a:rPr lang="en-US" sz="1300" b="1" dirty="0" err="1">
                <a:ea typeface="Times New Roman" panose="02020603050405020304" pitchFamily="18" charset="0"/>
                <a:cs typeface="Times New Roman" panose="02020603050405020304" pitchFamily="18" charset="0"/>
              </a:rPr>
              <a:t/>
            </a:r>
            <a:r>
              <a:rPr lang="en-US" sz="1300" b="1" dirty="0">
                <a:ea typeface="Times New Roman" panose="02020603050405020304" pitchFamily="18" charset="0"/>
                <a:cs typeface="Times New Roman" panose="02020603050405020304" pitchFamily="18" charset="0"/>
              </a:rPr>
              <a:t/>
            </a:r>
            <a:endParaRPr lang="en-US" sz="1300" dirty="0">
              <a:ea typeface="Calibri" panose="020F050202020403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0215" algn="l"/>
              </a:tabLst>
            </a:pPr>
            <a:r>
              <a:rPr lang="en-US" sz="1300" dirty="0" err="1">
                <a:ea typeface="Times New Roman" panose="02020603050405020304" pitchFamily="18" charset="0"/>
                <a:cs typeface="Times New Roman" panose="02020603050405020304" pitchFamily="18" charset="0"/>
              </a:rPr>
              <a:t>Sàn</a:t>
            </a:r>
            <a:r>
              <a:rPr lang="en-US" sz="1300" dirty="0">
                <a:ea typeface="Times New Roman" panose="02020603050405020304" pitchFamily="18" charset="0"/>
                <a:cs typeface="Times New Roman" panose="02020603050405020304" pitchFamily="18" charset="0"/>
              </a:rPr>
              <a:t> TOCOM (</a:t>
            </a:r>
            <a:r>
              <a:rPr lang="en-US" sz="1300" dirty="0" err="1">
                <a:ea typeface="Times New Roman" panose="02020603050405020304" pitchFamily="18" charset="0"/>
                <a:cs typeface="Times New Roman" panose="02020603050405020304" pitchFamily="18" charset="0"/>
              </a:rPr>
              <a:t>Nhật</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Bản</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giao</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dịch</a:t>
            </a:r>
            <a:r>
              <a:rPr lang="en-US" sz="1300" dirty="0">
                <a:ea typeface="Times New Roman" panose="02020603050405020304" pitchFamily="18" charset="0"/>
                <a:cs typeface="Times New Roman" panose="02020603050405020304" pitchFamily="18" charset="0"/>
              </a:rPr>
              <a:t> ở </a:t>
            </a:r>
            <a:r>
              <a:rPr lang="en-US" sz="1300" dirty="0" err="1">
                <a:ea typeface="Times New Roman" panose="02020603050405020304" pitchFamily="18" charset="0"/>
                <a:cs typeface="Times New Roman" panose="02020603050405020304" pitchFamily="18" charset="0"/>
              </a:rPr>
              <a:t>mức</a:t>
            </a:r>
            <a:r>
              <a:rPr lang="en-US" sz="1300" dirty="0">
                <a:ea typeface="Times New Roman" panose="02020603050405020304" pitchFamily="18" charset="0"/>
                <a:cs typeface="Times New Roman" panose="02020603050405020304" pitchFamily="18" charset="0"/>
              </a:rPr>
              <a:t> 2.644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giảm</a:t>
            </a:r>
            <a:r>
              <a:rPr lang="en-US" sz="1300" dirty="0">
                <a:ea typeface="Times New Roman" panose="02020603050405020304" pitchFamily="18" charset="0"/>
                <a:cs typeface="Times New Roman" panose="02020603050405020304" pitchFamily="18" charset="0"/>
              </a:rPr>
              <a:t> 08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 (0,3%);</a:t>
            </a:r>
            <a:endParaRPr lang="en-US" sz="1300" dirty="0">
              <a:ea typeface="Calibri" panose="020F050202020403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0215" algn="l"/>
              </a:tabLst>
            </a:pPr>
            <a:r>
              <a:rPr lang="en-US" sz="1300" dirty="0" err="1">
                <a:ea typeface="Times New Roman" panose="02020603050405020304" pitchFamily="18" charset="0"/>
                <a:cs typeface="Times New Roman" panose="02020603050405020304" pitchFamily="18" charset="0"/>
              </a:rPr>
              <a:t>Giá cao su kỳ hạn tại Nhật Bản giảm, giá giảm do thị trường kỳ vọng nguồn cung cao su toàn cầu sẽ gia tăng trong thời gian tới. Nguồn cung cao su thiên nhiên được dự báo sẽ tăng khi hoạt động khai thác mủ bước vào giai đoạn cao điểm tại các nước sản xuất chính.</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endParaRPr lang="en-US" sz="1300" dirty="0">
              <a:ea typeface="Calibri" panose="020F0502020204030204" pitchFamily="34" charset="0"/>
              <a:cs typeface="Times New Roman" panose="02020603050405020304" pitchFamily="18" charset="0"/>
            </a:endParaRPr>
          </a:p>
          <a:p>
            <a:pPr marL="342900" lvl="0" indent="-342900" algn="just">
              <a:lnSpc>
                <a:spcPct val="115000"/>
              </a:lnSpc>
              <a:spcAft>
                <a:spcPts val="600"/>
              </a:spcAft>
              <a:buSzPts val="1000"/>
              <a:buFont typeface="Symbol" panose="05050102010706020507" pitchFamily="18" charset="2"/>
              <a:buChar char=""/>
              <a:tabLst>
                <a:tab pos="450215" algn="l"/>
              </a:tabLst>
            </a:pPr>
            <a:r>
              <a:rPr lang="en-US" sz="1300" dirty="0" err="1">
                <a:ea typeface="Times New Roman" panose="02020603050405020304" pitchFamily="18" charset="0"/>
                <a:cs typeface="Times New Roman" panose="02020603050405020304" pitchFamily="18" charset="0"/>
              </a:rPr>
              <a:t>Nhiều nhà máy sản xuất cao su tổng hợp tại Trung Quốc đã nâng công suất hoạt động sau khi hoàn tất các đợt bảo trì, góp phần gia tăng lượng cao su tổng hợp trên thị trường trong thời gian tới.</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endParaRPr lang="en-US" sz="1300" dirty="0">
              <a:ea typeface="Calibri" panose="020F0502020204030204" pitchFamily="34" charset="0"/>
              <a:cs typeface="Times New Roman" panose="02020603050405020304" pitchFamily="18" charset="0"/>
            </a:endParaRPr>
          </a:p>
          <a:p>
            <a:pPr marL="342900" lvl="0" indent="-342900" algn="just">
              <a:lnSpc>
                <a:spcPct val="120000"/>
              </a:lnSpc>
              <a:spcAft>
                <a:spcPts val="600"/>
              </a:spcAft>
              <a:buSzPts val="1000"/>
              <a:buFont typeface="Symbol" panose="05050102010706020507" pitchFamily="18" charset="2"/>
              <a:buChar char=""/>
              <a:tabLst>
                <a:tab pos="450215" algn="l"/>
              </a:tabLst>
            </a:pPr>
            <a:r>
              <a:rPr lang="en-US" sz="1300" dirty="0" err="1">
                <a:ea typeface="Times New Roman" panose="02020603050405020304" pitchFamily="18" charset="0"/>
                <a:cs typeface="Times New Roman" panose="02020603050405020304" pitchFamily="18" charset="0"/>
              </a:rPr>
              <a:t>Sàn</a:t>
            </a:r>
            <a:r>
              <a:rPr lang="en-US" sz="1300" dirty="0">
                <a:ea typeface="Times New Roman" panose="02020603050405020304" pitchFamily="18" charset="0"/>
                <a:cs typeface="Times New Roman" panose="02020603050405020304" pitchFamily="18" charset="0"/>
              </a:rPr>
              <a:t> MRB (Malaysia): SMRCV </a:t>
            </a:r>
            <a:r>
              <a:rPr lang="en-US" sz="1300" dirty="0" err="1">
                <a:ea typeface="Times New Roman" panose="02020603050405020304" pitchFamily="18" charset="0"/>
                <a:cs typeface="Times New Roman" panose="02020603050405020304" pitchFamily="18" charset="0"/>
              </a:rPr>
              <a:t>giao</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dịch</a:t>
            </a:r>
            <a:r>
              <a:rPr lang="en-US" sz="1300" dirty="0">
                <a:ea typeface="Times New Roman" panose="02020603050405020304" pitchFamily="18" charset="0"/>
                <a:cs typeface="Times New Roman" panose="02020603050405020304" pitchFamily="18" charset="0"/>
              </a:rPr>
              <a:t> ở </a:t>
            </a:r>
            <a:r>
              <a:rPr lang="en-US" sz="1300" dirty="0" err="1">
                <a:ea typeface="Times New Roman" panose="02020603050405020304" pitchFamily="18" charset="0"/>
                <a:cs typeface="Times New Roman" panose="02020603050405020304" pitchFamily="18" charset="0"/>
              </a:rPr>
              <a:t>mức</a:t>
            </a:r>
            <a:r>
              <a:rPr lang="en-US" sz="1300" dirty="0">
                <a:ea typeface="Times New Roman" panose="02020603050405020304" pitchFamily="18" charset="0"/>
                <a:cs typeface="Times New Roman" panose="02020603050405020304" pitchFamily="18" charset="0"/>
              </a:rPr>
              <a:t> 3.252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tăng</a:t>
            </a:r>
            <a:r>
              <a:rPr lang="en-US" sz="1300" dirty="0">
                <a:ea typeface="Times New Roman" panose="02020603050405020304" pitchFamily="18" charset="0"/>
                <a:cs typeface="Times New Roman" panose="02020603050405020304" pitchFamily="18" charset="0"/>
              </a:rPr>
              <a:t> 18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 (0,5%); SMR20 </a:t>
            </a:r>
            <a:r>
              <a:rPr lang="en-US" sz="1300" dirty="0" err="1">
                <a:ea typeface="Times New Roman" panose="02020603050405020304" pitchFamily="18" charset="0"/>
                <a:cs typeface="Times New Roman" panose="02020603050405020304" pitchFamily="18" charset="0"/>
              </a:rPr>
              <a:t>giao</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dịch</a:t>
            </a:r>
            <a:r>
              <a:rPr lang="en-US" sz="1300" dirty="0">
                <a:ea typeface="Times New Roman" panose="02020603050405020304" pitchFamily="18" charset="0"/>
                <a:cs typeface="Times New Roman" panose="02020603050405020304" pitchFamily="18" charset="0"/>
              </a:rPr>
              <a:t>  ở </a:t>
            </a:r>
            <a:r>
              <a:rPr lang="en-US" sz="1300" dirty="0" err="1">
                <a:ea typeface="Times New Roman" panose="02020603050405020304" pitchFamily="18" charset="0"/>
                <a:cs typeface="Times New Roman" panose="02020603050405020304" pitchFamily="18" charset="0"/>
              </a:rPr>
              <a:t>mức</a:t>
            </a:r>
            <a:r>
              <a:rPr lang="en-US" sz="1300" dirty="0">
                <a:ea typeface="Times New Roman" panose="02020603050405020304" pitchFamily="18" charset="0"/>
                <a:cs typeface="Times New Roman" panose="02020603050405020304" pitchFamily="18" charset="0"/>
              </a:rPr>
              <a:t> 2.316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giảm</a:t>
            </a:r>
            <a:r>
              <a:rPr lang="en-US" sz="1300" dirty="0">
                <a:ea typeface="Times New Roman" panose="02020603050405020304" pitchFamily="18" charset="0"/>
                <a:cs typeface="Times New Roman" panose="02020603050405020304" pitchFamily="18" charset="0"/>
              </a:rPr>
              <a:t> 04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 (0,2%); Latex </a:t>
            </a:r>
            <a:r>
              <a:rPr lang="en-US" sz="1300" dirty="0" err="1">
                <a:ea typeface="Times New Roman" panose="02020603050405020304" pitchFamily="18" charset="0"/>
                <a:cs typeface="Times New Roman" panose="02020603050405020304" pitchFamily="18" charset="0"/>
              </a:rPr>
              <a:t>giao</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dịch</a:t>
            </a:r>
            <a:r>
              <a:rPr lang="en-US" sz="1300" dirty="0">
                <a:ea typeface="Times New Roman" panose="02020603050405020304" pitchFamily="18" charset="0"/>
                <a:cs typeface="Times New Roman" panose="02020603050405020304" pitchFamily="18" charset="0"/>
              </a:rPr>
              <a:t> ở </a:t>
            </a:r>
            <a:r>
              <a:rPr lang="en-US" sz="1300" dirty="0" err="1">
                <a:ea typeface="Times New Roman" panose="02020603050405020304" pitchFamily="18" charset="0"/>
                <a:cs typeface="Times New Roman" panose="02020603050405020304" pitchFamily="18" charset="0"/>
              </a:rPr>
              <a:t>mức</a:t>
            </a:r>
            <a:r>
              <a:rPr lang="en-US" sz="1300" dirty="0">
                <a:ea typeface="Times New Roman" panose="02020603050405020304" pitchFamily="18" charset="0"/>
                <a:cs typeface="Times New Roman" panose="02020603050405020304" pitchFamily="18" charset="0"/>
              </a:rPr>
              <a:t> 1.882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tăng</a:t>
            </a:r>
            <a:r>
              <a:rPr lang="en-US" sz="1300" dirty="0">
                <a:ea typeface="Times New Roman" panose="02020603050405020304" pitchFamily="18" charset="0"/>
                <a:cs typeface="Times New Roman" panose="02020603050405020304" pitchFamily="18" charset="0"/>
              </a:rPr>
              <a:t> 08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 (0,4%);</a:t>
            </a:r>
            <a:endParaRPr lang="en-US" sz="1300" dirty="0">
              <a:ea typeface="Calibri" panose="020F0502020204030204" pitchFamily="34" charset="0"/>
              <a:cs typeface="Times New Roman" panose="02020603050405020304" pitchFamily="18" charset="0"/>
            </a:endParaRPr>
          </a:p>
          <a:p>
            <a:pPr algn="just">
              <a:lnSpc>
                <a:spcPct val="120000"/>
              </a:lnSpc>
              <a:spcAft>
                <a:spcPts val="600"/>
              </a:spcAft>
              <a:tabLst>
                <a:tab pos="450215" algn="l"/>
              </a:tabLst>
            </a:pPr>
            <a:r>
              <a:rPr lang="en-US" sz="1300" b="1" dirty="0">
                <a:ea typeface="Times New Roman" panose="02020603050405020304" pitchFamily="18" charset="0"/>
                <a:cs typeface="Times New Roman" panose="02020603050405020304" pitchFamily="18" charset="0"/>
              </a:rPr>
              <a:t>2.  Giá Physical 18/06: không có giá giao dịch.</a:t>
            </a:r>
            <a:r>
              <a:rPr lang="en-US" sz="1300" b="1" dirty="0" err="1">
                <a:ea typeface="Times New Roman" panose="02020603050405020304" pitchFamily="18" charset="0"/>
                <a:cs typeface="Times New Roman" panose="02020603050405020304" pitchFamily="18" charset="0"/>
              </a:rPr>
              <a:t/>
            </a:r>
            <a:r>
              <a:rPr lang="en-US" sz="1300" b="1"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r>
              <a:rPr lang="en-US" sz="1300" dirty="0" err="1">
                <a:ea typeface="Times New Roman" panose="02020603050405020304" pitchFamily="18" charset="0"/>
                <a:cs typeface="Times New Roman" panose="02020603050405020304" pitchFamily="18" charset="0"/>
              </a:rPr>
              <a:t/>
            </a:r>
            <a:r>
              <a:rPr lang="en-US" sz="1300" dirty="0">
                <a:ea typeface="Times New Roman" panose="02020603050405020304" pitchFamily="18" charset="0"/>
                <a:cs typeface="Times New Roman" panose="02020603050405020304" pitchFamily="18" charset="0"/>
              </a:rPr>
              <a:t/>
            </a:r>
            <a:endParaRPr lang="en-US" sz="1300" dirty="0">
              <a:ea typeface="Calibri" panose="020F0502020204030204" pitchFamily="34" charset="0"/>
              <a:cs typeface="Times New Roman" panose="02020603050405020304" pitchFamily="18" charset="0"/>
            </a:endParaRPr>
          </a:p>
          <a:p>
            <a:pPr marL="342900" lvl="0" indent="-342900" algn="just">
              <a:lnSpc>
                <a:spcPct val="120000"/>
              </a:lnSpc>
              <a:spcAft>
                <a:spcPts val="600"/>
              </a:spcAft>
              <a:buSzPts val="1000"/>
              <a:buFont typeface="Symbol" panose="05050102010706020507" pitchFamily="18" charset="2"/>
              <a:buChar char=""/>
              <a:tabLst>
                <a:tab pos="450215" algn="l"/>
              </a:tabLst>
            </a:pPr>
            <a:r>
              <a:rPr lang="en-US" sz="1300" dirty="0">
                <a:ea typeface="Times New Roman" panose="02020603050405020304" pitchFamily="18" charset="0"/>
                <a:cs typeface="Times New Roman" panose="02020603050405020304" pitchFamily="18" charset="0"/>
              </a:rPr>
              <a:t>RSS3 </a:t>
            </a:r>
            <a:r>
              <a:rPr lang="en-US" sz="1300" dirty="0" err="1">
                <a:ea typeface="Times New Roman" panose="02020603050405020304" pitchFamily="18" charset="0"/>
                <a:cs typeface="Times New Roman" panose="02020603050405020304" pitchFamily="18" charset="0"/>
              </a:rPr>
              <a:t>giao</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dịch</a:t>
            </a:r>
            <a:r>
              <a:rPr lang="en-US" sz="1300" dirty="0">
                <a:ea typeface="Times New Roman" panose="02020603050405020304" pitchFamily="18" charset="0"/>
                <a:cs typeface="Times New Roman" panose="02020603050405020304" pitchFamily="18" charset="0"/>
              </a:rPr>
              <a:t> ở </a:t>
            </a:r>
            <a:r>
              <a:rPr lang="en-US" sz="1300" dirty="0" err="1">
                <a:ea typeface="Times New Roman" panose="02020603050405020304" pitchFamily="18" charset="0"/>
                <a:cs typeface="Times New Roman" panose="02020603050405020304" pitchFamily="18" charset="0"/>
              </a:rPr>
              <a:t>mức</a:t>
            </a:r>
            <a:r>
              <a:rPr lang="en-US" sz="1300" dirty="0">
                <a:ea typeface="Times New Roman" panose="02020603050405020304" pitchFamily="18" charset="0"/>
                <a:cs typeface="Times New Roman" panose="02020603050405020304" pitchFamily="18" charset="0"/>
              </a:rPr>
              <a:t> 3.064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 STR20 </a:t>
            </a:r>
            <a:r>
              <a:rPr lang="en-US" sz="1300" dirty="0" err="1">
                <a:ea typeface="Times New Roman" panose="02020603050405020304" pitchFamily="18" charset="0"/>
                <a:cs typeface="Times New Roman" panose="02020603050405020304" pitchFamily="18" charset="0"/>
              </a:rPr>
              <a:t>giao</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dịch</a:t>
            </a:r>
            <a:r>
              <a:rPr lang="en-US" sz="1300" dirty="0">
                <a:ea typeface="Times New Roman" panose="02020603050405020304" pitchFamily="18" charset="0"/>
                <a:cs typeface="Times New Roman" panose="02020603050405020304" pitchFamily="18" charset="0"/>
              </a:rPr>
              <a:t> ở </a:t>
            </a:r>
            <a:r>
              <a:rPr lang="en-US" sz="1300" dirty="0" err="1">
                <a:ea typeface="Times New Roman" panose="02020603050405020304" pitchFamily="18" charset="0"/>
                <a:cs typeface="Times New Roman" panose="02020603050405020304" pitchFamily="18" charset="0"/>
              </a:rPr>
              <a:t>mức</a:t>
            </a:r>
            <a:r>
              <a:rPr lang="en-US" sz="1300" dirty="0">
                <a:ea typeface="Times New Roman" panose="02020603050405020304" pitchFamily="18" charset="0"/>
                <a:cs typeface="Times New Roman" panose="02020603050405020304" pitchFamily="18" charset="0"/>
              </a:rPr>
              <a:t> 2.580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 SMR20 </a:t>
            </a:r>
            <a:r>
              <a:rPr lang="en-US" sz="1300" dirty="0" err="1">
                <a:ea typeface="Times New Roman" panose="02020603050405020304" pitchFamily="18" charset="0"/>
                <a:cs typeface="Times New Roman" panose="02020603050405020304" pitchFamily="18" charset="0"/>
              </a:rPr>
              <a:t>giao</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dịch</a:t>
            </a:r>
            <a:r>
              <a:rPr lang="en-US" sz="1300" dirty="0">
                <a:ea typeface="Times New Roman" panose="02020603050405020304" pitchFamily="18" charset="0"/>
                <a:cs typeface="Times New Roman" panose="02020603050405020304" pitchFamily="18" charset="0"/>
              </a:rPr>
              <a:t> ở </a:t>
            </a:r>
            <a:r>
              <a:rPr lang="en-US" sz="1300" dirty="0" err="1">
                <a:ea typeface="Times New Roman" panose="02020603050405020304" pitchFamily="18" charset="0"/>
                <a:cs typeface="Times New Roman" panose="02020603050405020304" pitchFamily="18" charset="0"/>
              </a:rPr>
              <a:t>mức</a:t>
            </a:r>
            <a:r>
              <a:rPr lang="en-US" sz="1300" dirty="0">
                <a:ea typeface="Times New Roman" panose="02020603050405020304" pitchFamily="18" charset="0"/>
                <a:cs typeface="Times New Roman" panose="02020603050405020304" pitchFamily="18" charset="0"/>
              </a:rPr>
              <a:t> 2.320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 Latex </a:t>
            </a:r>
            <a:r>
              <a:rPr lang="en-US" sz="1300" dirty="0" err="1">
                <a:ea typeface="Times New Roman" panose="02020603050405020304" pitchFamily="18" charset="0"/>
                <a:cs typeface="Times New Roman" panose="02020603050405020304" pitchFamily="18" charset="0"/>
              </a:rPr>
              <a:t>giao</a:t>
            </a:r>
            <a:r>
              <a:rPr lang="en-US" sz="1300" dirty="0">
                <a:ea typeface="Times New Roman" panose="02020603050405020304" pitchFamily="18" charset="0"/>
                <a:cs typeface="Times New Roman" panose="02020603050405020304" pitchFamily="18" charset="0"/>
              </a:rPr>
              <a:t> </a:t>
            </a:r>
            <a:r>
              <a:rPr lang="en-US" sz="1300" dirty="0" err="1">
                <a:ea typeface="Times New Roman" panose="02020603050405020304" pitchFamily="18" charset="0"/>
                <a:cs typeface="Times New Roman" panose="02020603050405020304" pitchFamily="18" charset="0"/>
              </a:rPr>
              <a:t>dịch</a:t>
            </a:r>
            <a:r>
              <a:rPr lang="en-US" sz="1300" dirty="0">
                <a:ea typeface="Times New Roman" panose="02020603050405020304" pitchFamily="18" charset="0"/>
                <a:cs typeface="Times New Roman" panose="02020603050405020304" pitchFamily="18" charset="0"/>
              </a:rPr>
              <a:t> ở </a:t>
            </a:r>
            <a:r>
              <a:rPr lang="en-US" sz="1300" dirty="0" err="1">
                <a:ea typeface="Times New Roman" panose="02020603050405020304" pitchFamily="18" charset="0"/>
                <a:cs typeface="Times New Roman" panose="02020603050405020304" pitchFamily="18" charset="0"/>
              </a:rPr>
              <a:t>mức</a:t>
            </a:r>
            <a:r>
              <a:rPr lang="en-US" sz="1300" dirty="0">
                <a:ea typeface="Times New Roman" panose="02020603050405020304" pitchFamily="18" charset="0"/>
                <a:cs typeface="Times New Roman" panose="02020603050405020304" pitchFamily="18" charset="0"/>
              </a:rPr>
              <a:t> 1.969 </a:t>
            </a:r>
            <a:r>
              <a:rPr lang="en-US" sz="1300" dirty="0" err="1">
                <a:ea typeface="Times New Roman" panose="02020603050405020304" pitchFamily="18" charset="0"/>
                <a:cs typeface="Times New Roman" panose="02020603050405020304" pitchFamily="18" charset="0"/>
              </a:rPr>
              <a:t>usd</a:t>
            </a:r>
            <a:r>
              <a:rPr lang="en-US" sz="1300" dirty="0">
                <a:ea typeface="Times New Roman" panose="02020603050405020304" pitchFamily="18" charset="0"/>
                <a:cs typeface="Times New Roman" panose="02020603050405020304" pitchFamily="18" charset="0"/>
              </a:rPr>
              <a:t>/</a:t>
            </a:r>
            <a:r>
              <a:rPr lang="en-US" sz="1300" dirty="0" err="1">
                <a:ea typeface="Times New Roman" panose="02020603050405020304" pitchFamily="18" charset="0"/>
                <a:cs typeface="Times New Roman" panose="02020603050405020304" pitchFamily="18" charset="0"/>
              </a:rPr>
              <a:t>tấn</a:t>
            </a:r>
            <a:r>
              <a:rPr lang="en-US" sz="1300" dirty="0">
                <a:ea typeface="Times New Roman" panose="02020603050405020304" pitchFamily="18" charset="0"/>
                <a:cs typeface="Times New Roman" panose="02020603050405020304" pitchFamily="18" charset="0"/>
              </a:rPr>
              <a:t>;</a:t>
            </a:r>
            <a:endParaRPr lang="en-US" sz="1300" dirty="0">
              <a:ea typeface="Calibri" panose="020F0502020204030204" pitchFamily="34" charset="0"/>
              <a:cs typeface="Times New Roman" panose="02020603050405020304" pitchFamily="18" charset="0"/>
            </a:endParaRPr>
          </a:p>
          <a:p>
            <a:pPr algn="just">
              <a:lnSpc>
                <a:spcPct val="120000"/>
              </a:lnSpc>
              <a:spcAft>
                <a:spcPts val="600"/>
              </a:spcAft>
            </a:pPr>
            <a:r>
              <a:rPr lang="en-US" sz="1300" b="1" dirty="0">
                <a:ea typeface="Times New Roman" panose="02020603050405020304" pitchFamily="18" charset="0"/>
                <a:cs typeface="Times New Roman" panose="02020603050405020304" pitchFamily="18" charset="0"/>
              </a:rPr>
              <a:t>3.  </a:t>
            </a:r>
            <a:r>
              <a:rPr lang="en-US" sz="1300" b="1" dirty="0" err="1">
                <a:ea typeface="Times New Roman" panose="02020603050405020304" pitchFamily="18" charset="0"/>
                <a:cs typeface="Times New Roman" panose="02020603050405020304" pitchFamily="18" charset="0"/>
              </a:rPr>
              <a:t>Các</a:t>
            </a:r>
            <a:r>
              <a:rPr lang="en-US" sz="1300" b="1" dirty="0">
                <a:ea typeface="Times New Roman" panose="02020603050405020304" pitchFamily="18" charset="0"/>
                <a:cs typeface="Times New Roman" panose="02020603050405020304" pitchFamily="18" charset="0"/>
              </a:rPr>
              <a:t> </a:t>
            </a:r>
            <a:r>
              <a:rPr lang="en-US" sz="1300" b="1" dirty="0" err="1">
                <a:ea typeface="Times New Roman" panose="02020603050405020304" pitchFamily="18" charset="0"/>
                <a:cs typeface="Times New Roman" panose="02020603050405020304" pitchFamily="18" charset="0"/>
              </a:rPr>
              <a:t>thông</a:t>
            </a:r>
            <a:r>
              <a:rPr lang="en-US" sz="1300" b="1" dirty="0">
                <a:ea typeface="Times New Roman" panose="02020603050405020304" pitchFamily="18" charset="0"/>
                <a:cs typeface="Times New Roman" panose="02020603050405020304" pitchFamily="18" charset="0"/>
              </a:rPr>
              <a:t> tin </a:t>
            </a:r>
            <a:r>
              <a:rPr lang="en-US" sz="1300" b="1" dirty="0" err="1">
                <a:ea typeface="Times New Roman" panose="02020603050405020304" pitchFamily="18" charset="0"/>
                <a:cs typeface="Times New Roman" panose="02020603050405020304" pitchFamily="18" charset="0"/>
              </a:rPr>
              <a:t>có</a:t>
            </a:r>
            <a:r>
              <a:rPr lang="en-US" sz="1300" b="1" dirty="0">
                <a:ea typeface="Times New Roman" panose="02020603050405020304" pitchFamily="18" charset="0"/>
                <a:cs typeface="Times New Roman" panose="02020603050405020304" pitchFamily="18" charset="0"/>
              </a:rPr>
              <a:t> </a:t>
            </a:r>
            <a:r>
              <a:rPr lang="en-US" sz="1300" b="1" dirty="0" err="1">
                <a:ea typeface="Times New Roman" panose="02020603050405020304" pitchFamily="18" charset="0"/>
                <a:cs typeface="Times New Roman" panose="02020603050405020304" pitchFamily="18" charset="0"/>
              </a:rPr>
              <a:t>liên</a:t>
            </a:r>
            <a:r>
              <a:rPr lang="en-US" sz="1300" b="1" dirty="0">
                <a:ea typeface="Times New Roman" panose="02020603050405020304" pitchFamily="18" charset="0"/>
                <a:cs typeface="Times New Roman" panose="02020603050405020304" pitchFamily="18" charset="0"/>
              </a:rPr>
              <a:t> </a:t>
            </a:r>
            <a:r>
              <a:rPr lang="en-US" sz="1300" b="1" dirty="0" err="1">
                <a:ea typeface="Times New Roman" panose="02020603050405020304" pitchFamily="18" charset="0"/>
                <a:cs typeface="Times New Roman" panose="02020603050405020304" pitchFamily="18" charset="0"/>
              </a:rPr>
              <a:t>quan</a:t>
            </a:r>
            <a:r>
              <a:rPr lang="en-US" sz="1300" b="1" dirty="0">
                <a:ea typeface="Times New Roman" panose="02020603050405020304" pitchFamily="18" charset="0"/>
                <a:cs typeface="Times New Roman" panose="02020603050405020304" pitchFamily="18" charset="0"/>
              </a:rPr>
              <a:t>: </a:t>
            </a:r>
            <a:endParaRPr lang="en-US" sz="1300" dirty="0">
              <a:ea typeface="Calibri" panose="020F0502020204030204" pitchFamily="34" charset="0"/>
              <a:cs typeface="Times New Roman" panose="02020603050405020304" pitchFamily="18" charset="0"/>
            </a:endParaRPr>
          </a:p>
          <a:p>
            <a:pPr marL="342900" lvl="0" indent="-342900" algn="just">
              <a:lnSpc>
                <a:spcPct val="120000"/>
              </a:lnSpc>
              <a:spcAft>
                <a:spcPts val="600"/>
              </a:spcAft>
              <a:buSzPts val="1000"/>
              <a:buFont typeface="Symbol" panose="05050102010706020507" pitchFamily="18" charset="2"/>
              <a:buChar char=""/>
            </a:pPr>
            <a:r>
              <a:rPr lang="en-US" sz="1300" dirty="0" err="1">
                <a:ea typeface="Calibri" panose="020F0502020204030204" pitchFamily="34" charset="0"/>
              </a:rPr>
              <a:t>Giá</a:t>
            </a:r>
            <a:r>
              <a:rPr lang="en-US" sz="1300" dirty="0">
                <a:ea typeface="Calibri" panose="020F0502020204030204" pitchFamily="34" charset="0"/>
              </a:rPr>
              <a:t> </a:t>
            </a:r>
            <a:r>
              <a:rPr lang="en-US" sz="1300" dirty="0" err="1">
                <a:ea typeface="Calibri" panose="020F0502020204030204" pitchFamily="34" charset="0"/>
              </a:rPr>
              <a:t>cao</a:t>
            </a:r>
            <a:r>
              <a:rPr lang="en-US" sz="1300" dirty="0">
                <a:ea typeface="Calibri" panose="020F0502020204030204" pitchFamily="34" charset="0"/>
              </a:rPr>
              <a:t> </a:t>
            </a:r>
            <a:r>
              <a:rPr lang="en-US" sz="1300" dirty="0" err="1">
                <a:ea typeface="Calibri" panose="020F0502020204030204" pitchFamily="34" charset="0"/>
              </a:rPr>
              <a:t>su</a:t>
            </a:r>
            <a:r>
              <a:rPr lang="en-US" sz="1300" dirty="0">
                <a:ea typeface="Calibri" panose="020F0502020204030204" pitchFamily="34" charset="0"/>
              </a:rPr>
              <a:t> </a:t>
            </a:r>
            <a:r>
              <a:rPr lang="en-US" sz="1300" dirty="0" err="1">
                <a:ea typeface="Calibri" panose="020F0502020204030204" pitchFamily="34" charset="0"/>
              </a:rPr>
              <a:t>kỳ</a:t>
            </a:r>
            <a:r>
              <a:rPr lang="en-US" sz="1300" dirty="0">
                <a:ea typeface="Calibri" panose="020F0502020204030204" pitchFamily="34" charset="0"/>
              </a:rPr>
              <a:t> </a:t>
            </a:r>
            <a:r>
              <a:rPr lang="en-US" sz="1300" dirty="0" err="1">
                <a:ea typeface="Calibri" panose="020F0502020204030204" pitchFamily="34" charset="0"/>
              </a:rPr>
              <a:t>hạn</a:t>
            </a:r>
            <a:r>
              <a:rPr lang="en-US" sz="1300" dirty="0">
                <a:ea typeface="Calibri" panose="020F0502020204030204" pitchFamily="34" charset="0"/>
              </a:rPr>
              <a:t> </a:t>
            </a:r>
            <a:r>
              <a:rPr lang="en-US" sz="1300" dirty="0" err="1">
                <a:ea typeface="Calibri" panose="020F0502020204030204" pitchFamily="34" charset="0"/>
              </a:rPr>
              <a:t>tại</a:t>
            </a:r>
            <a:r>
              <a:rPr lang="en-US" sz="1300" dirty="0">
                <a:ea typeface="Calibri" panose="020F0502020204030204" pitchFamily="34" charset="0"/>
              </a:rPr>
              <a:t> </a:t>
            </a:r>
            <a:r>
              <a:rPr lang="en-US" sz="1300" dirty="0" err="1">
                <a:ea typeface="Calibri" panose="020F0502020204030204" pitchFamily="34" charset="0"/>
              </a:rPr>
              <a:t>Nhật</a:t>
            </a:r>
            <a:r>
              <a:rPr lang="en-US" sz="1300" dirty="0">
                <a:ea typeface="Calibri" panose="020F0502020204030204" pitchFamily="34" charset="0"/>
              </a:rPr>
              <a:t> </a:t>
            </a:r>
            <a:r>
              <a:rPr lang="en-US" sz="1300" dirty="0" err="1">
                <a:ea typeface="Calibri" panose="020F0502020204030204" pitchFamily="34" charset="0"/>
              </a:rPr>
              <a:t>Bản</a:t>
            </a:r>
            <a:r>
              <a:rPr lang="en-US" sz="1300" dirty="0">
                <a:ea typeface="Calibri" panose="020F0502020204030204" pitchFamily="34" charset="0"/>
              </a:rPr>
              <a:t> </a:t>
            </a:r>
            <a:r>
              <a:rPr lang="en-US" sz="1300" dirty="0" err="1">
                <a:ea typeface="Calibri" panose="020F0502020204030204" pitchFamily="34" charset="0"/>
              </a:rPr>
              <a:t>ngày</a:t>
            </a:r>
            <a:r>
              <a:rPr lang="en-US" sz="1300" dirty="0">
                <a:ea typeface="Calibri" panose="020F0502020204030204" pitchFamily="34" charset="0"/>
              </a:rPr>
              <a:t> 09/6 </a:t>
            </a:r>
            <a:r>
              <a:rPr lang="en-US" sz="1300" dirty="0" err="1">
                <a:ea typeface="Calibri" panose="020F0502020204030204" pitchFamily="34" charset="0"/>
              </a:rPr>
              <a:t>giảm</a:t>
            </a:r>
            <a:r>
              <a:rPr lang="en-US" sz="1300" dirty="0">
                <a:ea typeface="Calibri" panose="020F0502020204030204" pitchFamily="34" charset="0"/>
              </a:rPr>
              <a:t>, </a:t>
            </a:r>
            <a:r>
              <a:rPr lang="en-US" sz="1300" dirty="0" err="1">
                <a:ea typeface="Calibri" panose="020F0502020204030204" pitchFamily="34" charset="0"/>
              </a:rPr>
              <a:t>giá</a:t>
            </a:r>
            <a:r>
              <a:rPr lang="en-US" sz="1300" dirty="0">
                <a:ea typeface="Calibri" panose="020F0502020204030204" pitchFamily="34" charset="0"/>
              </a:rPr>
              <a:t> </a:t>
            </a:r>
            <a:r>
              <a:rPr lang="en-US" sz="1300" dirty="0" err="1">
                <a:ea typeface="Calibri" panose="020F0502020204030204" pitchFamily="34" charset="0"/>
              </a:rPr>
              <a:t>giảm</a:t>
            </a:r>
            <a:r>
              <a:rPr lang="en-US" sz="1300" dirty="0">
                <a:ea typeface="Calibri" panose="020F0502020204030204" pitchFamily="34" charset="0"/>
              </a:rPr>
              <a:t> do </a:t>
            </a:r>
            <a:r>
              <a:rPr lang="en-US" sz="1300" dirty="0" err="1">
                <a:ea typeface="Calibri" panose="020F0502020204030204" pitchFamily="34" charset="0"/>
              </a:rPr>
              <a:t>thị</a:t>
            </a:r>
            <a:r>
              <a:rPr lang="en-US" sz="1300" dirty="0">
                <a:ea typeface="Calibri" panose="020F0502020204030204" pitchFamily="34" charset="0"/>
              </a:rPr>
              <a:t> </a:t>
            </a:r>
            <a:r>
              <a:rPr lang="en-US" sz="1300" dirty="0" err="1">
                <a:ea typeface="Calibri" panose="020F0502020204030204" pitchFamily="34" charset="0"/>
              </a:rPr>
              <a:t>trường</a:t>
            </a:r>
            <a:r>
              <a:rPr lang="en-US" sz="1300" dirty="0">
                <a:ea typeface="Calibri" panose="020F0502020204030204" pitchFamily="34" charset="0"/>
              </a:rPr>
              <a:t> </a:t>
            </a:r>
            <a:r>
              <a:rPr lang="en-US" sz="1300" dirty="0" err="1">
                <a:ea typeface="Calibri" panose="020F0502020204030204" pitchFamily="34" charset="0"/>
              </a:rPr>
              <a:t>kỳ</a:t>
            </a:r>
            <a:r>
              <a:rPr lang="en-US" sz="1300" dirty="0">
                <a:ea typeface="Calibri" panose="020F0502020204030204" pitchFamily="34" charset="0"/>
              </a:rPr>
              <a:t> </a:t>
            </a:r>
            <a:r>
              <a:rPr lang="en-US" sz="1300" dirty="0" err="1">
                <a:ea typeface="Calibri" panose="020F0502020204030204" pitchFamily="34" charset="0"/>
              </a:rPr>
              <a:t>vọng</a:t>
            </a:r>
            <a:r>
              <a:rPr lang="en-US" sz="1300" dirty="0">
                <a:ea typeface="Calibri" panose="020F0502020204030204" pitchFamily="34" charset="0"/>
              </a:rPr>
              <a:t> </a:t>
            </a:r>
            <a:r>
              <a:rPr lang="en-US" sz="1300" dirty="0" err="1">
                <a:ea typeface="Calibri" panose="020F0502020204030204" pitchFamily="34" charset="0"/>
              </a:rPr>
              <a:t>nguồn</a:t>
            </a:r>
            <a:r>
              <a:rPr lang="en-US" sz="1300" dirty="0">
                <a:ea typeface="Calibri" panose="020F0502020204030204" pitchFamily="34" charset="0"/>
              </a:rPr>
              <a:t> </a:t>
            </a:r>
            <a:r>
              <a:rPr lang="en-US" sz="1300" dirty="0" err="1">
                <a:ea typeface="Calibri" panose="020F0502020204030204" pitchFamily="34" charset="0"/>
              </a:rPr>
              <a:t>cung</a:t>
            </a:r>
            <a:r>
              <a:rPr lang="en-US" sz="1300" dirty="0">
                <a:ea typeface="Calibri" panose="020F0502020204030204" pitchFamily="34" charset="0"/>
              </a:rPr>
              <a:t> </a:t>
            </a:r>
            <a:r>
              <a:rPr lang="en-US" sz="1300" dirty="0" err="1">
                <a:ea typeface="Calibri" panose="020F0502020204030204" pitchFamily="34" charset="0"/>
              </a:rPr>
              <a:t>cao</a:t>
            </a:r>
            <a:r>
              <a:rPr lang="en-US" sz="1300" dirty="0">
                <a:ea typeface="Calibri" panose="020F0502020204030204" pitchFamily="34" charset="0"/>
              </a:rPr>
              <a:t> </a:t>
            </a:r>
            <a:r>
              <a:rPr lang="en-US" sz="1300" dirty="0" err="1">
                <a:ea typeface="Calibri" panose="020F0502020204030204" pitchFamily="34" charset="0"/>
              </a:rPr>
              <a:t>su</a:t>
            </a:r>
            <a:r>
              <a:rPr lang="en-US" sz="1300" dirty="0">
                <a:ea typeface="Calibri" panose="020F0502020204030204" pitchFamily="34" charset="0"/>
              </a:rPr>
              <a:t> </a:t>
            </a:r>
            <a:r>
              <a:rPr lang="en-US" sz="1300" dirty="0" err="1">
                <a:ea typeface="Calibri" panose="020F0502020204030204" pitchFamily="34" charset="0"/>
              </a:rPr>
              <a:t>toàn</a:t>
            </a:r>
            <a:r>
              <a:rPr lang="en-US" sz="1300" dirty="0">
                <a:ea typeface="Calibri" panose="020F0502020204030204" pitchFamily="34" charset="0"/>
              </a:rPr>
              <a:t> </a:t>
            </a:r>
            <a:r>
              <a:rPr lang="en-US" sz="1300" dirty="0" err="1">
                <a:ea typeface="Calibri" panose="020F0502020204030204" pitchFamily="34" charset="0"/>
              </a:rPr>
              <a:t>cầu</a:t>
            </a:r>
            <a:r>
              <a:rPr lang="en-US" sz="1300" dirty="0">
                <a:ea typeface="Calibri" panose="020F0502020204030204" pitchFamily="34" charset="0"/>
              </a:rPr>
              <a:t> </a:t>
            </a:r>
            <a:r>
              <a:rPr lang="en-US" sz="1300" dirty="0" err="1">
                <a:ea typeface="Calibri" panose="020F0502020204030204" pitchFamily="34" charset="0"/>
              </a:rPr>
              <a:t>sẽ</a:t>
            </a:r>
            <a:r>
              <a:rPr lang="en-US" sz="1300" dirty="0">
                <a:ea typeface="Calibri" panose="020F0502020204030204" pitchFamily="34" charset="0"/>
              </a:rPr>
              <a:t> </a:t>
            </a:r>
            <a:r>
              <a:rPr lang="en-US" sz="1300" dirty="0" err="1">
                <a:ea typeface="Calibri" panose="020F0502020204030204" pitchFamily="34" charset="0"/>
              </a:rPr>
              <a:t>gia</a:t>
            </a:r>
            <a:r>
              <a:rPr lang="en-US" sz="1300" dirty="0">
                <a:ea typeface="Calibri" panose="020F0502020204030204" pitchFamily="34" charset="0"/>
              </a:rPr>
              <a:t> </a:t>
            </a:r>
            <a:r>
              <a:rPr lang="en-US" sz="1300" dirty="0" err="1">
                <a:ea typeface="Calibri" panose="020F0502020204030204" pitchFamily="34" charset="0"/>
              </a:rPr>
              <a:t>tăng</a:t>
            </a:r>
            <a:r>
              <a:rPr lang="en-US" sz="1300" dirty="0">
                <a:ea typeface="Calibri" panose="020F0502020204030204" pitchFamily="34" charset="0"/>
              </a:rPr>
              <a:t> </a:t>
            </a:r>
            <a:r>
              <a:rPr lang="en-US" sz="1300" dirty="0" err="1">
                <a:ea typeface="Calibri" panose="020F0502020204030204" pitchFamily="34" charset="0"/>
              </a:rPr>
              <a:t>trong</a:t>
            </a:r>
            <a:r>
              <a:rPr lang="en-US" sz="1300" dirty="0">
                <a:ea typeface="Calibri" panose="020F0502020204030204" pitchFamily="34" charset="0"/>
              </a:rPr>
              <a:t> </a:t>
            </a:r>
            <a:r>
              <a:rPr lang="en-US" sz="1300" dirty="0" err="1">
                <a:ea typeface="Calibri" panose="020F0502020204030204" pitchFamily="34" charset="0"/>
              </a:rPr>
              <a:t>thời</a:t>
            </a:r>
            <a:r>
              <a:rPr lang="en-US" sz="1300" dirty="0">
                <a:ea typeface="Calibri" panose="020F0502020204030204" pitchFamily="34" charset="0"/>
              </a:rPr>
              <a:t> </a:t>
            </a:r>
            <a:r>
              <a:rPr lang="en-US" sz="1300" dirty="0" err="1">
                <a:ea typeface="Calibri" panose="020F0502020204030204" pitchFamily="34" charset="0"/>
              </a:rPr>
              <a:t>gian</a:t>
            </a:r>
            <a:r>
              <a:rPr lang="en-US" sz="1300" dirty="0">
                <a:ea typeface="Calibri" panose="020F0502020204030204" pitchFamily="34" charset="0"/>
              </a:rPr>
              <a:t> </a:t>
            </a:r>
            <a:r>
              <a:rPr lang="en-US" sz="1300" dirty="0" err="1">
                <a:ea typeface="Calibri" panose="020F0502020204030204" pitchFamily="34" charset="0"/>
              </a:rPr>
              <a:t>tới</a:t>
            </a:r>
            <a:r>
              <a:rPr lang="en-US" sz="1300" dirty="0">
                <a:ea typeface="Calibri" panose="020F0502020204030204" pitchFamily="34" charset="0"/>
              </a:rPr>
              <a:t>. </a:t>
            </a:r>
            <a:r>
              <a:rPr lang="en-US" sz="1300" dirty="0" err="1">
                <a:ea typeface="Calibri" panose="020F0502020204030204" pitchFamily="34" charset="0"/>
              </a:rPr>
              <a:t>Nguồn</a:t>
            </a:r>
            <a:r>
              <a:rPr lang="en-US" sz="1300" dirty="0">
                <a:ea typeface="Calibri" panose="020F0502020204030204" pitchFamily="34" charset="0"/>
              </a:rPr>
              <a:t> </a:t>
            </a:r>
            <a:r>
              <a:rPr lang="en-US" sz="1300" dirty="0" err="1">
                <a:ea typeface="Calibri" panose="020F0502020204030204" pitchFamily="34" charset="0"/>
              </a:rPr>
              <a:t>cung</a:t>
            </a:r>
            <a:r>
              <a:rPr lang="en-US" sz="1300" dirty="0">
                <a:ea typeface="Calibri" panose="020F0502020204030204" pitchFamily="34" charset="0"/>
              </a:rPr>
              <a:t> </a:t>
            </a:r>
            <a:r>
              <a:rPr lang="en-US" sz="1300" dirty="0" err="1">
                <a:ea typeface="Calibri" panose="020F0502020204030204" pitchFamily="34" charset="0"/>
              </a:rPr>
              <a:t>cao</a:t>
            </a:r>
            <a:r>
              <a:rPr lang="en-US" sz="1300" dirty="0">
                <a:ea typeface="Calibri" panose="020F0502020204030204" pitchFamily="34" charset="0"/>
              </a:rPr>
              <a:t> </a:t>
            </a:r>
            <a:r>
              <a:rPr lang="en-US" sz="1300" dirty="0" err="1">
                <a:ea typeface="Calibri" panose="020F0502020204030204" pitchFamily="34" charset="0"/>
              </a:rPr>
              <a:t>su</a:t>
            </a:r>
            <a:r>
              <a:rPr lang="en-US" sz="1300" dirty="0">
                <a:ea typeface="Calibri" panose="020F0502020204030204" pitchFamily="34" charset="0"/>
              </a:rPr>
              <a:t> </a:t>
            </a:r>
            <a:r>
              <a:rPr lang="en-US" sz="1300" dirty="0" err="1">
                <a:ea typeface="Calibri" panose="020F0502020204030204" pitchFamily="34" charset="0"/>
              </a:rPr>
              <a:t>thiên</a:t>
            </a:r>
            <a:r>
              <a:rPr lang="en-US" sz="1300" dirty="0">
                <a:ea typeface="Calibri" panose="020F0502020204030204" pitchFamily="34" charset="0"/>
              </a:rPr>
              <a:t> </a:t>
            </a:r>
            <a:r>
              <a:rPr lang="en-US" sz="1300" dirty="0" err="1">
                <a:ea typeface="Calibri" panose="020F0502020204030204" pitchFamily="34" charset="0"/>
              </a:rPr>
              <a:t>nhiên</a:t>
            </a:r>
            <a:r>
              <a:rPr lang="en-US" sz="1300" dirty="0">
                <a:ea typeface="Calibri" panose="020F0502020204030204" pitchFamily="34" charset="0"/>
              </a:rPr>
              <a:t> </a:t>
            </a:r>
            <a:r>
              <a:rPr lang="en-US" sz="1300" dirty="0" err="1">
                <a:ea typeface="Calibri" panose="020F0502020204030204" pitchFamily="34" charset="0"/>
              </a:rPr>
              <a:t>được</a:t>
            </a:r>
            <a:r>
              <a:rPr lang="en-US" sz="1300" dirty="0">
                <a:ea typeface="Calibri" panose="020F0502020204030204" pitchFamily="34" charset="0"/>
              </a:rPr>
              <a:t> </a:t>
            </a:r>
            <a:r>
              <a:rPr lang="en-US" sz="1300" dirty="0" err="1">
                <a:ea typeface="Calibri" panose="020F0502020204030204" pitchFamily="34" charset="0"/>
              </a:rPr>
              <a:t>dự</a:t>
            </a:r>
            <a:r>
              <a:rPr lang="en-US" sz="1300" dirty="0">
                <a:ea typeface="Calibri" panose="020F0502020204030204" pitchFamily="34" charset="0"/>
              </a:rPr>
              <a:t> </a:t>
            </a:r>
            <a:r>
              <a:rPr lang="en-US" sz="1300" dirty="0" err="1">
                <a:ea typeface="Calibri" panose="020F0502020204030204" pitchFamily="34" charset="0"/>
              </a:rPr>
              <a:t>báo</a:t>
            </a:r>
            <a:r>
              <a:rPr lang="en-US" sz="1300" dirty="0">
                <a:ea typeface="Calibri" panose="020F0502020204030204" pitchFamily="34" charset="0"/>
              </a:rPr>
              <a:t> </a:t>
            </a:r>
            <a:r>
              <a:rPr lang="en-US" sz="1300" dirty="0" err="1">
                <a:ea typeface="Calibri" panose="020F0502020204030204" pitchFamily="34" charset="0"/>
              </a:rPr>
              <a:t>sẽ</a:t>
            </a:r>
            <a:r>
              <a:rPr lang="en-US" sz="1300" dirty="0">
                <a:ea typeface="Calibri" panose="020F0502020204030204" pitchFamily="34" charset="0"/>
              </a:rPr>
              <a:t> </a:t>
            </a:r>
            <a:r>
              <a:rPr lang="en-US" sz="1300" dirty="0" err="1">
                <a:ea typeface="Calibri" panose="020F0502020204030204" pitchFamily="34" charset="0"/>
              </a:rPr>
              <a:t>tăng</a:t>
            </a:r>
            <a:r>
              <a:rPr lang="en-US" sz="1300" dirty="0">
                <a:ea typeface="Calibri" panose="020F0502020204030204" pitchFamily="34" charset="0"/>
              </a:rPr>
              <a:t> </a:t>
            </a:r>
            <a:r>
              <a:rPr lang="en-US" sz="1300" dirty="0" err="1">
                <a:ea typeface="Calibri" panose="020F0502020204030204" pitchFamily="34" charset="0"/>
              </a:rPr>
              <a:t>khi</a:t>
            </a:r>
            <a:r>
              <a:rPr lang="en-US" sz="1300" dirty="0">
                <a:ea typeface="Calibri" panose="020F0502020204030204" pitchFamily="34" charset="0"/>
              </a:rPr>
              <a:t> </a:t>
            </a:r>
            <a:r>
              <a:rPr lang="en-US" sz="1300" dirty="0" err="1">
                <a:ea typeface="Calibri" panose="020F0502020204030204" pitchFamily="34" charset="0"/>
              </a:rPr>
              <a:t>hoạt</a:t>
            </a:r>
            <a:r>
              <a:rPr lang="en-US" sz="1300" dirty="0">
                <a:ea typeface="Calibri" panose="020F0502020204030204" pitchFamily="34" charset="0"/>
              </a:rPr>
              <a:t> </a:t>
            </a:r>
            <a:r>
              <a:rPr lang="en-US" sz="1300" dirty="0" err="1">
                <a:ea typeface="Calibri" panose="020F0502020204030204" pitchFamily="34" charset="0"/>
              </a:rPr>
              <a:t>động</a:t>
            </a:r>
            <a:r>
              <a:rPr lang="en-US" sz="1300" dirty="0">
                <a:ea typeface="Calibri" panose="020F0502020204030204" pitchFamily="34" charset="0"/>
              </a:rPr>
              <a:t> </a:t>
            </a:r>
            <a:r>
              <a:rPr lang="en-US" sz="1300" dirty="0" err="1">
                <a:ea typeface="Calibri" panose="020F0502020204030204" pitchFamily="34" charset="0"/>
              </a:rPr>
              <a:t>khai</a:t>
            </a:r>
            <a:r>
              <a:rPr lang="en-US" sz="1300" dirty="0">
                <a:ea typeface="Calibri" panose="020F0502020204030204" pitchFamily="34" charset="0"/>
              </a:rPr>
              <a:t> </a:t>
            </a:r>
            <a:r>
              <a:rPr lang="en-US" sz="1300" dirty="0" err="1">
                <a:ea typeface="Calibri" panose="020F0502020204030204" pitchFamily="34" charset="0"/>
              </a:rPr>
              <a:t>thác</a:t>
            </a:r>
            <a:r>
              <a:rPr lang="en-US" sz="1300" dirty="0">
                <a:ea typeface="Calibri" panose="020F0502020204030204" pitchFamily="34" charset="0"/>
              </a:rPr>
              <a:t> </a:t>
            </a:r>
            <a:r>
              <a:rPr lang="en-US" sz="1300" dirty="0" err="1">
                <a:ea typeface="Calibri" panose="020F0502020204030204" pitchFamily="34" charset="0"/>
              </a:rPr>
              <a:t>mủ</a:t>
            </a:r>
            <a:r>
              <a:rPr lang="en-US" sz="1300" dirty="0">
                <a:ea typeface="Calibri" panose="020F0502020204030204" pitchFamily="34" charset="0"/>
              </a:rPr>
              <a:t> </a:t>
            </a:r>
            <a:r>
              <a:rPr lang="en-US" sz="1300" dirty="0" err="1">
                <a:ea typeface="Calibri" panose="020F0502020204030204" pitchFamily="34" charset="0"/>
              </a:rPr>
              <a:t>vào</a:t>
            </a:r>
            <a:r>
              <a:rPr lang="en-US" sz="1300" dirty="0">
                <a:ea typeface="Calibri" panose="020F0502020204030204" pitchFamily="34" charset="0"/>
              </a:rPr>
              <a:t> </a:t>
            </a:r>
            <a:r>
              <a:rPr lang="en-US" sz="1300" dirty="0" err="1">
                <a:ea typeface="Calibri" panose="020F0502020204030204" pitchFamily="34" charset="0"/>
              </a:rPr>
              <a:t>mùa</a:t>
            </a:r>
            <a:r>
              <a:rPr lang="en-US" sz="1300" dirty="0">
                <a:ea typeface="Calibri" panose="020F0502020204030204" pitchFamily="34" charset="0"/>
              </a:rPr>
              <a:t> </a:t>
            </a:r>
            <a:r>
              <a:rPr lang="en-US" sz="1300" dirty="0" err="1">
                <a:ea typeface="Calibri" panose="020F0502020204030204" pitchFamily="34" charset="0"/>
              </a:rPr>
              <a:t>cao</a:t>
            </a:r>
            <a:r>
              <a:rPr lang="en-US" sz="1300" dirty="0">
                <a:ea typeface="Calibri" panose="020F0502020204030204" pitchFamily="34" charset="0"/>
              </a:rPr>
              <a:t> </a:t>
            </a:r>
            <a:r>
              <a:rPr lang="en-US" sz="1300" dirty="0" err="1">
                <a:ea typeface="Calibri" panose="020F0502020204030204" pitchFamily="34" charset="0"/>
              </a:rPr>
              <a:t>điểm</a:t>
            </a:r>
            <a:r>
              <a:rPr lang="en-US" sz="1300" dirty="0">
                <a:ea typeface="Calibri" panose="020F0502020204030204" pitchFamily="34" charset="0"/>
              </a:rPr>
              <a:t> </a:t>
            </a:r>
            <a:r>
              <a:rPr lang="en-US" sz="1300" dirty="0" err="1">
                <a:ea typeface="Calibri" panose="020F0502020204030204" pitchFamily="34" charset="0"/>
              </a:rPr>
              <a:t>tại</a:t>
            </a:r>
            <a:r>
              <a:rPr lang="en-US" sz="1300" dirty="0">
                <a:ea typeface="Calibri" panose="020F0502020204030204" pitchFamily="34" charset="0"/>
              </a:rPr>
              <a:t> </a:t>
            </a:r>
            <a:r>
              <a:rPr lang="en-US" sz="1300" dirty="0" err="1">
                <a:ea typeface="Calibri" panose="020F0502020204030204" pitchFamily="34" charset="0"/>
              </a:rPr>
              <a:t>các</a:t>
            </a:r>
            <a:r>
              <a:rPr lang="en-US" sz="1300" dirty="0">
                <a:ea typeface="Calibri" panose="020F0502020204030204" pitchFamily="34" charset="0"/>
              </a:rPr>
              <a:t> </a:t>
            </a:r>
            <a:r>
              <a:rPr lang="en-US" sz="1300" dirty="0" err="1">
                <a:ea typeface="Calibri" panose="020F0502020204030204" pitchFamily="34" charset="0"/>
              </a:rPr>
              <a:t>quốc</a:t>
            </a:r>
            <a:r>
              <a:rPr lang="en-US" sz="1300" dirty="0">
                <a:ea typeface="Calibri" panose="020F0502020204030204" pitchFamily="34" charset="0"/>
              </a:rPr>
              <a:t> qua </a:t>
            </a:r>
            <a:r>
              <a:rPr lang="en-US" sz="1300" dirty="0" err="1">
                <a:ea typeface="Calibri" panose="020F0502020204030204" pitchFamily="34" charset="0"/>
              </a:rPr>
              <a:t>sản</a:t>
            </a:r>
            <a:r>
              <a:rPr lang="en-US" sz="1300" dirty="0">
                <a:ea typeface="Calibri" panose="020F0502020204030204" pitchFamily="34" charset="0"/>
              </a:rPr>
              <a:t> </a:t>
            </a:r>
            <a:r>
              <a:rPr lang="en-US" sz="1300" dirty="0" err="1">
                <a:ea typeface="Calibri" panose="020F0502020204030204" pitchFamily="34" charset="0"/>
              </a:rPr>
              <a:t>xuất</a:t>
            </a:r>
            <a:r>
              <a:rPr lang="en-US" sz="1300" dirty="0">
                <a:ea typeface="Calibri" panose="020F0502020204030204" pitchFamily="34" charset="0"/>
              </a:rPr>
              <a:t> </a:t>
            </a:r>
            <a:r>
              <a:rPr lang="en-US" sz="1300" dirty="0" err="1">
                <a:ea typeface="Calibri" panose="020F0502020204030204" pitchFamily="34" charset="0"/>
              </a:rPr>
              <a:t>cao</a:t>
            </a:r>
            <a:r>
              <a:rPr lang="en-US" sz="1300" dirty="0">
                <a:ea typeface="Calibri" panose="020F0502020204030204" pitchFamily="34" charset="0"/>
              </a:rPr>
              <a:t> </a:t>
            </a:r>
            <a:r>
              <a:rPr lang="en-US" sz="1300" dirty="0" err="1">
                <a:ea typeface="Calibri" panose="020F0502020204030204" pitchFamily="34" charset="0"/>
              </a:rPr>
              <a:t>su</a:t>
            </a:r>
            <a:r>
              <a:rPr lang="en-US" sz="1300" dirty="0">
                <a:ea typeface="Calibri" panose="020F0502020204030204" pitchFamily="34" charset="0"/>
              </a:rPr>
              <a:t> </a:t>
            </a:r>
            <a:r>
              <a:rPr lang="en-US" sz="1300" dirty="0" err="1">
                <a:ea typeface="Calibri" panose="020F0502020204030204" pitchFamily="34" charset="0"/>
              </a:rPr>
              <a:t>chủ</a:t>
            </a:r>
            <a:r>
              <a:rPr lang="en-US" sz="1300" dirty="0">
                <a:ea typeface="Calibri" panose="020F0502020204030204" pitchFamily="34" charset="0"/>
              </a:rPr>
              <a:t> </a:t>
            </a:r>
            <a:r>
              <a:rPr lang="en-US" sz="1300" dirty="0" err="1">
                <a:ea typeface="Calibri" panose="020F0502020204030204" pitchFamily="34" charset="0"/>
              </a:rPr>
              <a:t>chốt</a:t>
            </a:r>
            <a:r>
              <a:rPr lang="en-US" sz="1300" dirty="0">
                <a:ea typeface="Calibri" panose="020F0502020204030204" pitchFamily="34" charset="0"/>
              </a:rPr>
              <a:t> </a:t>
            </a:r>
            <a:r>
              <a:rPr lang="en-US" sz="1300" dirty="0" err="1">
                <a:ea typeface="Calibri" panose="020F0502020204030204" pitchFamily="34" charset="0"/>
              </a:rPr>
              <a:t>như</a:t>
            </a:r>
            <a:r>
              <a:rPr lang="en-US" sz="1300" dirty="0">
                <a:ea typeface="Calibri" panose="020F0502020204030204" pitchFamily="34" charset="0"/>
              </a:rPr>
              <a:t>: </a:t>
            </a:r>
            <a:r>
              <a:rPr lang="en-US" sz="1300" dirty="0" err="1">
                <a:ea typeface="Calibri" panose="020F0502020204030204" pitchFamily="34" charset="0"/>
              </a:rPr>
              <a:t>Thái</a:t>
            </a:r>
            <a:r>
              <a:rPr lang="en-US" sz="1300" dirty="0">
                <a:ea typeface="Calibri" panose="020F0502020204030204" pitchFamily="34" charset="0"/>
              </a:rPr>
              <a:t> Lan, </a:t>
            </a:r>
            <a:r>
              <a:rPr lang="en-US" sz="1300" dirty="0" err="1">
                <a:ea typeface="Calibri" panose="020F0502020204030204" pitchFamily="34" charset="0"/>
              </a:rPr>
              <a:t>Việt</a:t>
            </a:r>
            <a:r>
              <a:rPr lang="en-US" sz="1300" dirty="0">
                <a:ea typeface="Calibri" panose="020F0502020204030204" pitchFamily="34" charset="0"/>
              </a:rPr>
              <a:t> Nam, </a:t>
            </a:r>
            <a:r>
              <a:rPr lang="en-US" sz="1300" dirty="0" err="1">
                <a:ea typeface="Calibri" panose="020F0502020204030204" pitchFamily="34" charset="0"/>
              </a:rPr>
              <a:t>Bờ</a:t>
            </a:r>
            <a:r>
              <a:rPr lang="en-US" sz="1300" dirty="0">
                <a:ea typeface="Calibri" panose="020F0502020204030204" pitchFamily="34" charset="0"/>
              </a:rPr>
              <a:t> </a:t>
            </a:r>
            <a:r>
              <a:rPr lang="en-US" sz="1300" dirty="0" err="1">
                <a:ea typeface="Calibri" panose="020F0502020204030204" pitchFamily="34" charset="0"/>
              </a:rPr>
              <a:t>Biển</a:t>
            </a:r>
            <a:r>
              <a:rPr lang="en-US" sz="1300" dirty="0">
                <a:ea typeface="Calibri" panose="020F0502020204030204" pitchFamily="34" charset="0"/>
              </a:rPr>
              <a:t> </a:t>
            </a:r>
            <a:r>
              <a:rPr lang="en-US" sz="1300" dirty="0" err="1">
                <a:ea typeface="Calibri" panose="020F0502020204030204" pitchFamily="34" charset="0"/>
              </a:rPr>
              <a:t>Ngà</a:t>
            </a:r>
            <a:r>
              <a:rPr lang="en-US" sz="1300" dirty="0">
                <a:ea typeface="Calibri" panose="020F0502020204030204" pitchFamily="34" charset="0"/>
              </a:rPr>
              <a:t> </a:t>
            </a:r>
            <a:r>
              <a:rPr lang="en-US" sz="1300" dirty="0" err="1">
                <a:ea typeface="Calibri" panose="020F0502020204030204" pitchFamily="34" charset="0"/>
              </a:rPr>
              <a:t>và</a:t>
            </a:r>
            <a:r>
              <a:rPr lang="en-US" sz="1300" dirty="0">
                <a:ea typeface="Calibri" panose="020F0502020204030204" pitchFamily="34" charset="0"/>
              </a:rPr>
              <a:t> Indonesia </a:t>
            </a:r>
            <a:r>
              <a:rPr lang="en-US" sz="1300" dirty="0" err="1">
                <a:ea typeface="Calibri" panose="020F0502020204030204" pitchFamily="34" charset="0"/>
              </a:rPr>
              <a:t>gia</a:t>
            </a:r>
            <a:r>
              <a:rPr lang="en-US" sz="1300" dirty="0">
                <a:ea typeface="Calibri" panose="020F0502020204030204" pitchFamily="34" charset="0"/>
              </a:rPr>
              <a:t> </a:t>
            </a:r>
            <a:r>
              <a:rPr lang="en-US" sz="1300" dirty="0" err="1">
                <a:ea typeface="Calibri" panose="020F0502020204030204" pitchFamily="34" charset="0"/>
              </a:rPr>
              <a:t>tăng</a:t>
            </a:r>
            <a:r>
              <a:rPr lang="en-US" sz="1300" dirty="0">
                <a:ea typeface="Calibri" panose="020F0502020204030204" pitchFamily="34" charset="0"/>
              </a:rPr>
              <a:t> </a:t>
            </a:r>
            <a:r>
              <a:rPr lang="en-US" sz="1300" dirty="0" err="1">
                <a:ea typeface="Calibri" panose="020F0502020204030204" pitchFamily="34" charset="0"/>
              </a:rPr>
              <a:t>trong</a:t>
            </a:r>
            <a:r>
              <a:rPr lang="en-US" sz="1300" dirty="0">
                <a:ea typeface="Calibri" panose="020F0502020204030204" pitchFamily="34" charset="0"/>
              </a:rPr>
              <a:t> </a:t>
            </a:r>
            <a:r>
              <a:rPr lang="en-US" sz="1300" dirty="0" err="1">
                <a:ea typeface="Calibri" panose="020F0502020204030204" pitchFamily="34" charset="0"/>
              </a:rPr>
              <a:t>thời</a:t>
            </a:r>
            <a:r>
              <a:rPr lang="en-US" sz="1300" dirty="0">
                <a:ea typeface="Calibri" panose="020F0502020204030204" pitchFamily="34" charset="0"/>
              </a:rPr>
              <a:t> </a:t>
            </a:r>
            <a:r>
              <a:rPr lang="en-US" sz="1300" dirty="0" err="1">
                <a:ea typeface="Calibri" panose="020F0502020204030204" pitchFamily="34" charset="0"/>
              </a:rPr>
              <a:t>gian</a:t>
            </a:r>
            <a:r>
              <a:rPr lang="en-US" sz="1300" dirty="0">
                <a:ea typeface="Calibri" panose="020F0502020204030204" pitchFamily="34" charset="0"/>
              </a:rPr>
              <a:t> </a:t>
            </a:r>
            <a:r>
              <a:rPr lang="en-US" sz="1300" dirty="0" err="1">
                <a:ea typeface="Calibri" panose="020F0502020204030204" pitchFamily="34" charset="0"/>
              </a:rPr>
              <a:t>tới</a:t>
            </a:r>
            <a:r>
              <a:rPr lang="en-US" sz="1300" dirty="0">
                <a:ea typeface="Calibri" panose="020F0502020204030204" pitchFamily="34" charset="0"/>
              </a:rPr>
              <a:t>. Qua </a:t>
            </a:r>
            <a:r>
              <a:rPr lang="en-US" sz="1300" dirty="0" err="1">
                <a:ea typeface="Calibri" panose="020F0502020204030204" pitchFamily="34" charset="0"/>
              </a:rPr>
              <a:t>đó</a:t>
            </a:r>
            <a:r>
              <a:rPr lang="en-US" sz="1300" dirty="0">
                <a:ea typeface="Calibri" panose="020F0502020204030204" pitchFamily="34" charset="0"/>
              </a:rPr>
              <a:t> </a:t>
            </a:r>
            <a:r>
              <a:rPr lang="en-US" sz="1300" dirty="0" err="1">
                <a:ea typeface="Calibri" panose="020F0502020204030204" pitchFamily="34" charset="0"/>
              </a:rPr>
              <a:t>đã</a:t>
            </a:r>
            <a:r>
              <a:rPr lang="en-US" sz="1300" dirty="0">
                <a:ea typeface="Calibri" panose="020F0502020204030204" pitchFamily="34" charset="0"/>
              </a:rPr>
              <a:t> </a:t>
            </a:r>
            <a:r>
              <a:rPr lang="en-US" sz="1300" dirty="0" err="1">
                <a:ea typeface="Calibri" panose="020F0502020204030204" pitchFamily="34" charset="0"/>
              </a:rPr>
              <a:t>tạo</a:t>
            </a:r>
            <a:r>
              <a:rPr lang="en-US" sz="1300" dirty="0">
                <a:ea typeface="Calibri" panose="020F0502020204030204" pitchFamily="34" charset="0"/>
              </a:rPr>
              <a:t> </a:t>
            </a:r>
            <a:r>
              <a:rPr lang="en-US" sz="1300" dirty="0" err="1">
                <a:ea typeface="Calibri" panose="020F0502020204030204" pitchFamily="34" charset="0"/>
              </a:rPr>
              <a:t>áp</a:t>
            </a:r>
            <a:r>
              <a:rPr lang="en-US" sz="1300" dirty="0">
                <a:ea typeface="Calibri" panose="020F0502020204030204" pitchFamily="34" charset="0"/>
              </a:rPr>
              <a:t> </a:t>
            </a:r>
            <a:r>
              <a:rPr lang="en-US" sz="1300" dirty="0" err="1">
                <a:ea typeface="Calibri" panose="020F0502020204030204" pitchFamily="34" charset="0"/>
              </a:rPr>
              <a:t>lực</a:t>
            </a:r>
            <a:r>
              <a:rPr lang="en-US" sz="1300" dirty="0">
                <a:ea typeface="Calibri" panose="020F0502020204030204" pitchFamily="34" charset="0"/>
              </a:rPr>
              <a:t> </a:t>
            </a:r>
            <a:r>
              <a:rPr lang="en-US" sz="1300" dirty="0" err="1">
                <a:ea typeface="Calibri" panose="020F0502020204030204" pitchFamily="34" charset="0"/>
              </a:rPr>
              <a:t>điều</a:t>
            </a:r>
            <a:r>
              <a:rPr lang="en-US" sz="1300" dirty="0">
                <a:ea typeface="Calibri" panose="020F0502020204030204" pitchFamily="34" charset="0"/>
              </a:rPr>
              <a:t> </a:t>
            </a:r>
            <a:r>
              <a:rPr lang="en-US" sz="1300" dirty="0" err="1">
                <a:ea typeface="Calibri" panose="020F0502020204030204" pitchFamily="34" charset="0"/>
              </a:rPr>
              <a:t>chỉnh</a:t>
            </a:r>
            <a:r>
              <a:rPr lang="en-US" sz="1300" dirty="0">
                <a:ea typeface="Calibri" panose="020F0502020204030204" pitchFamily="34" charset="0"/>
              </a:rPr>
              <a:t> </a:t>
            </a:r>
            <a:r>
              <a:rPr lang="en-US" sz="1300" dirty="0" err="1">
                <a:ea typeface="Calibri" panose="020F0502020204030204" pitchFamily="34" charset="0"/>
              </a:rPr>
              <a:t>giảm</a:t>
            </a:r>
            <a:r>
              <a:rPr lang="en-US" sz="1300" dirty="0">
                <a:ea typeface="Calibri" panose="020F0502020204030204" pitchFamily="34" charset="0"/>
              </a:rPr>
              <a:t> </a:t>
            </a:r>
            <a:r>
              <a:rPr lang="en-US" sz="1300" dirty="0" err="1">
                <a:ea typeface="Calibri" panose="020F0502020204030204" pitchFamily="34" charset="0"/>
              </a:rPr>
              <a:t>giá</a:t>
            </a:r>
            <a:r>
              <a:rPr lang="en-US" sz="1300" dirty="0">
                <a:ea typeface="Calibri" panose="020F0502020204030204" pitchFamily="34" charset="0"/>
              </a:rPr>
              <a:t> </a:t>
            </a:r>
            <a:r>
              <a:rPr lang="en-US" sz="1300" dirty="0" err="1">
                <a:ea typeface="Calibri" panose="020F0502020204030204" pitchFamily="34" charset="0"/>
              </a:rPr>
              <a:t>cao</a:t>
            </a:r>
            <a:r>
              <a:rPr lang="en-US" sz="1300" dirty="0">
                <a:ea typeface="Calibri" panose="020F0502020204030204" pitchFamily="34" charset="0"/>
              </a:rPr>
              <a:t> </a:t>
            </a:r>
            <a:r>
              <a:rPr lang="en-US" sz="1300" dirty="0" err="1">
                <a:ea typeface="Calibri" panose="020F0502020204030204" pitchFamily="34" charset="0"/>
              </a:rPr>
              <a:t>su</a:t>
            </a:r>
            <a:r>
              <a:rPr lang="en-US" sz="1300" dirty="0">
                <a:ea typeface="Calibri" panose="020F0502020204030204" pitchFamily="34" charset="0"/>
              </a:rPr>
              <a:t> </a:t>
            </a:r>
            <a:r>
              <a:rPr lang="en-US" sz="1300" dirty="0" err="1">
                <a:ea typeface="Calibri" panose="020F0502020204030204" pitchFamily="34" charset="0"/>
              </a:rPr>
              <a:t>tự</a:t>
            </a:r>
            <a:r>
              <a:rPr lang="en-US" sz="1300" dirty="0">
                <a:ea typeface="Calibri" panose="020F0502020204030204" pitchFamily="34" charset="0"/>
              </a:rPr>
              <a:t> </a:t>
            </a:r>
            <a:r>
              <a:rPr lang="en-US" sz="1300" dirty="0" err="1">
                <a:ea typeface="Calibri" panose="020F0502020204030204" pitchFamily="34" charset="0"/>
              </a:rPr>
              <a:t>nhiên</a:t>
            </a:r>
            <a:r>
              <a:rPr lang="en-US" sz="1300" dirty="0">
                <a:ea typeface="Calibri" panose="020F0502020204030204" pitchFamily="34" charset="0"/>
              </a:rPr>
              <a:t>.</a:t>
            </a:r>
          </a:p>
          <a:p>
            <a:pPr marL="342900" lvl="0" indent="-342900" algn="just">
              <a:lnSpc>
                <a:spcPct val="120000"/>
              </a:lnSpc>
              <a:spcAft>
                <a:spcPts val="600"/>
              </a:spcAft>
              <a:buSzPts val="1000"/>
              <a:buFont typeface="Symbol" panose="05050102010706020507" pitchFamily="18" charset="2"/>
              <a:buChar char=""/>
            </a:pPr>
            <a:r>
              <a:rPr lang="en-US" sz="1300" dirty="0" err="1">
                <a:ea typeface="Calibri" panose="020F0502020204030204" pitchFamily="34" charset="0"/>
              </a:rPr>
              <a:t>Nhiều</a:t>
            </a:r>
            <a:r>
              <a:rPr lang="en-US" sz="1300" dirty="0">
                <a:ea typeface="Calibri" panose="020F0502020204030204" pitchFamily="34" charset="0"/>
              </a:rPr>
              <a:t> </a:t>
            </a:r>
            <a:r>
              <a:rPr lang="en-US" sz="1300" dirty="0" err="1">
                <a:ea typeface="Calibri" panose="020F0502020204030204" pitchFamily="34" charset="0"/>
              </a:rPr>
              <a:t>nhà</a:t>
            </a:r>
            <a:r>
              <a:rPr lang="en-US" sz="1300" dirty="0">
                <a:ea typeface="Calibri" panose="020F0502020204030204" pitchFamily="34" charset="0"/>
              </a:rPr>
              <a:t> </a:t>
            </a:r>
            <a:r>
              <a:rPr lang="en-US" sz="1300" dirty="0" err="1">
                <a:ea typeface="Calibri" panose="020F0502020204030204" pitchFamily="34" charset="0"/>
              </a:rPr>
              <a:t>máy</a:t>
            </a:r>
            <a:r>
              <a:rPr lang="en-US" sz="1300" dirty="0">
                <a:ea typeface="Calibri" panose="020F0502020204030204" pitchFamily="34" charset="0"/>
              </a:rPr>
              <a:t> </a:t>
            </a:r>
            <a:r>
              <a:rPr lang="en-US" sz="1300" dirty="0" err="1">
                <a:ea typeface="Calibri" panose="020F0502020204030204" pitchFamily="34" charset="0"/>
              </a:rPr>
              <a:t>sản</a:t>
            </a:r>
            <a:r>
              <a:rPr lang="en-US" sz="1300" dirty="0">
                <a:ea typeface="Calibri" panose="020F0502020204030204" pitchFamily="34" charset="0"/>
              </a:rPr>
              <a:t> </a:t>
            </a:r>
            <a:r>
              <a:rPr lang="en-US" sz="1300" dirty="0" err="1">
                <a:ea typeface="Calibri" panose="020F0502020204030204" pitchFamily="34" charset="0"/>
              </a:rPr>
              <a:t>xuất</a:t>
            </a:r>
            <a:r>
              <a:rPr lang="en-US" sz="1300" dirty="0">
                <a:ea typeface="Calibri" panose="020F0502020204030204" pitchFamily="34" charset="0"/>
              </a:rPr>
              <a:t> </a:t>
            </a:r>
            <a:r>
              <a:rPr lang="en-US" sz="1300" dirty="0" err="1">
                <a:ea typeface="Calibri" panose="020F0502020204030204" pitchFamily="34" charset="0"/>
              </a:rPr>
              <a:t>cao</a:t>
            </a:r>
            <a:r>
              <a:rPr lang="en-US" sz="1300" dirty="0">
                <a:ea typeface="Calibri" panose="020F0502020204030204" pitchFamily="34" charset="0"/>
              </a:rPr>
              <a:t> </a:t>
            </a:r>
            <a:r>
              <a:rPr lang="en-US" sz="1300" dirty="0" err="1">
                <a:ea typeface="Calibri" panose="020F0502020204030204" pitchFamily="34" charset="0"/>
              </a:rPr>
              <a:t>su</a:t>
            </a:r>
            <a:r>
              <a:rPr lang="en-US" sz="1300" dirty="0">
                <a:ea typeface="Calibri" panose="020F0502020204030204" pitchFamily="34" charset="0"/>
              </a:rPr>
              <a:t> </a:t>
            </a:r>
            <a:r>
              <a:rPr lang="en-US" sz="1300" dirty="0" err="1">
                <a:ea typeface="Calibri" panose="020F0502020204030204" pitchFamily="34" charset="0"/>
              </a:rPr>
              <a:t>tổng</a:t>
            </a:r>
            <a:r>
              <a:rPr lang="en-US" sz="1300" dirty="0">
                <a:ea typeface="Calibri" panose="020F0502020204030204" pitchFamily="34" charset="0"/>
              </a:rPr>
              <a:t> </a:t>
            </a:r>
            <a:r>
              <a:rPr lang="en-US" sz="1300" dirty="0" err="1">
                <a:ea typeface="Calibri" panose="020F0502020204030204" pitchFamily="34" charset="0"/>
              </a:rPr>
              <a:t>hợp</a:t>
            </a:r>
            <a:r>
              <a:rPr lang="en-US" sz="1300" dirty="0">
                <a:ea typeface="Calibri" panose="020F0502020204030204" pitchFamily="34" charset="0"/>
              </a:rPr>
              <a:t> </a:t>
            </a:r>
            <a:r>
              <a:rPr lang="en-US" sz="1300" dirty="0" err="1">
                <a:ea typeface="Calibri" panose="020F0502020204030204" pitchFamily="34" charset="0"/>
              </a:rPr>
              <a:t>tại</a:t>
            </a:r>
            <a:r>
              <a:rPr lang="en-US" sz="1300" dirty="0">
                <a:ea typeface="Calibri" panose="020F0502020204030204" pitchFamily="34" charset="0"/>
              </a:rPr>
              <a:t> </a:t>
            </a:r>
            <a:r>
              <a:rPr lang="en-US" sz="1300" dirty="0" err="1">
                <a:ea typeface="Calibri" panose="020F0502020204030204" pitchFamily="34" charset="0"/>
              </a:rPr>
              <a:t>Trung</a:t>
            </a:r>
            <a:r>
              <a:rPr lang="en-US" sz="1300" dirty="0">
                <a:ea typeface="Calibri" panose="020F0502020204030204" pitchFamily="34" charset="0"/>
              </a:rPr>
              <a:t> </a:t>
            </a:r>
            <a:r>
              <a:rPr lang="en-US" sz="1300" dirty="0" err="1">
                <a:ea typeface="Calibri" panose="020F0502020204030204" pitchFamily="34" charset="0"/>
              </a:rPr>
              <a:t>Quốc</a:t>
            </a:r>
            <a:r>
              <a:rPr lang="en-US" sz="1300" dirty="0">
                <a:ea typeface="Calibri" panose="020F0502020204030204" pitchFamily="34" charset="0"/>
              </a:rPr>
              <a:t> </a:t>
            </a:r>
            <a:r>
              <a:rPr lang="en-US" sz="1300" dirty="0" err="1">
                <a:ea typeface="Calibri" panose="020F0502020204030204" pitchFamily="34" charset="0"/>
              </a:rPr>
              <a:t>đã</a:t>
            </a:r>
            <a:r>
              <a:rPr lang="en-US" sz="1300" dirty="0">
                <a:ea typeface="Calibri" panose="020F0502020204030204" pitchFamily="34" charset="0"/>
              </a:rPr>
              <a:t> </a:t>
            </a:r>
            <a:r>
              <a:rPr lang="en-US" sz="1300" dirty="0" err="1">
                <a:ea typeface="Calibri" panose="020F0502020204030204" pitchFamily="34" charset="0"/>
              </a:rPr>
              <a:t>nâng</a:t>
            </a:r>
            <a:r>
              <a:rPr lang="en-US" sz="1300" dirty="0">
                <a:ea typeface="Calibri" panose="020F0502020204030204" pitchFamily="34" charset="0"/>
              </a:rPr>
              <a:t> </a:t>
            </a:r>
            <a:r>
              <a:rPr lang="en-US" sz="1300" dirty="0" err="1">
                <a:ea typeface="Calibri" panose="020F0502020204030204" pitchFamily="34" charset="0"/>
              </a:rPr>
              <a:t>công</a:t>
            </a:r>
            <a:r>
              <a:rPr lang="en-US" sz="1300" dirty="0">
                <a:ea typeface="Calibri" panose="020F0502020204030204" pitchFamily="34" charset="0"/>
              </a:rPr>
              <a:t> </a:t>
            </a:r>
            <a:r>
              <a:rPr lang="en-US" sz="1300" dirty="0" err="1">
                <a:ea typeface="Calibri" panose="020F0502020204030204" pitchFamily="34" charset="0"/>
              </a:rPr>
              <a:t>suất</a:t>
            </a:r>
            <a:r>
              <a:rPr lang="en-US" sz="1300" dirty="0">
                <a:ea typeface="Calibri" panose="020F0502020204030204" pitchFamily="34" charset="0"/>
              </a:rPr>
              <a:t> </a:t>
            </a:r>
            <a:r>
              <a:rPr lang="en-US" sz="1300" dirty="0" err="1">
                <a:ea typeface="Calibri" panose="020F0502020204030204" pitchFamily="34" charset="0"/>
              </a:rPr>
              <a:t>hoạt</a:t>
            </a:r>
            <a:r>
              <a:rPr lang="en-US" sz="1300" dirty="0">
                <a:ea typeface="Calibri" panose="020F0502020204030204" pitchFamily="34" charset="0"/>
              </a:rPr>
              <a:t> </a:t>
            </a:r>
            <a:r>
              <a:rPr lang="en-US" sz="1300" dirty="0" err="1">
                <a:ea typeface="Calibri" panose="020F0502020204030204" pitchFamily="34" charset="0"/>
              </a:rPr>
              <a:t>động</a:t>
            </a:r>
            <a:r>
              <a:rPr lang="en-US" sz="1300" dirty="0">
                <a:ea typeface="Calibri" panose="020F0502020204030204" pitchFamily="34" charset="0"/>
              </a:rPr>
              <a:t> </a:t>
            </a:r>
            <a:r>
              <a:rPr lang="en-US" sz="1300" dirty="0" err="1">
                <a:ea typeface="Calibri" panose="020F0502020204030204" pitchFamily="34" charset="0"/>
              </a:rPr>
              <a:t>sau</a:t>
            </a:r>
            <a:r>
              <a:rPr lang="en-US" sz="1300" dirty="0">
                <a:ea typeface="Calibri" panose="020F0502020204030204" pitchFamily="34" charset="0"/>
              </a:rPr>
              <a:t> </a:t>
            </a:r>
            <a:r>
              <a:rPr lang="en-US" sz="1300" dirty="0" err="1">
                <a:ea typeface="Calibri" panose="020F0502020204030204" pitchFamily="34" charset="0"/>
              </a:rPr>
              <a:t>khi</a:t>
            </a:r>
            <a:r>
              <a:rPr lang="en-US" sz="1300" dirty="0">
                <a:ea typeface="Calibri" panose="020F0502020204030204" pitchFamily="34" charset="0"/>
              </a:rPr>
              <a:t> </a:t>
            </a:r>
            <a:r>
              <a:rPr lang="en-US" sz="1300" dirty="0" err="1">
                <a:ea typeface="Calibri" panose="020F0502020204030204" pitchFamily="34" charset="0"/>
              </a:rPr>
              <a:t>hoàn</a:t>
            </a:r>
            <a:r>
              <a:rPr lang="en-US" sz="1300" dirty="0">
                <a:ea typeface="Calibri" panose="020F0502020204030204" pitchFamily="34" charset="0"/>
              </a:rPr>
              <a:t> </a:t>
            </a:r>
            <a:r>
              <a:rPr lang="en-US" sz="1300" dirty="0" err="1">
                <a:ea typeface="Calibri" panose="020F0502020204030204" pitchFamily="34" charset="0"/>
              </a:rPr>
              <a:t>tất</a:t>
            </a:r>
            <a:r>
              <a:rPr lang="en-US" sz="1300" dirty="0">
                <a:ea typeface="Calibri" panose="020F0502020204030204" pitchFamily="34" charset="0"/>
              </a:rPr>
              <a:t> </a:t>
            </a:r>
            <a:r>
              <a:rPr lang="en-US" sz="1300" dirty="0" err="1">
                <a:ea typeface="Calibri" panose="020F0502020204030204" pitchFamily="34" charset="0"/>
              </a:rPr>
              <a:t>các</a:t>
            </a:r>
            <a:r>
              <a:rPr lang="en-US" sz="1300" dirty="0">
                <a:ea typeface="Calibri" panose="020F0502020204030204" pitchFamily="34" charset="0"/>
              </a:rPr>
              <a:t> </a:t>
            </a:r>
            <a:r>
              <a:rPr lang="en-US" sz="1300" dirty="0" err="1">
                <a:ea typeface="Calibri" panose="020F0502020204030204" pitchFamily="34" charset="0"/>
              </a:rPr>
              <a:t>đợt</a:t>
            </a:r>
            <a:r>
              <a:rPr lang="en-US" sz="1300" dirty="0">
                <a:ea typeface="Calibri" panose="020F0502020204030204" pitchFamily="34" charset="0"/>
              </a:rPr>
              <a:t> </a:t>
            </a:r>
            <a:r>
              <a:rPr lang="en-US" sz="1300" dirty="0" err="1">
                <a:ea typeface="Calibri" panose="020F0502020204030204" pitchFamily="34" charset="0"/>
              </a:rPr>
              <a:t>bảo</a:t>
            </a:r>
            <a:r>
              <a:rPr lang="en-US" sz="1300" dirty="0">
                <a:ea typeface="Calibri" panose="020F0502020204030204" pitchFamily="34" charset="0"/>
              </a:rPr>
              <a:t> </a:t>
            </a:r>
            <a:r>
              <a:rPr lang="en-US" sz="1300" dirty="0" err="1">
                <a:ea typeface="Calibri" panose="020F0502020204030204" pitchFamily="34" charset="0"/>
              </a:rPr>
              <a:t>trì</a:t>
            </a:r>
            <a:r>
              <a:rPr lang="en-US" sz="1300" dirty="0">
                <a:ea typeface="Calibri" panose="020F0502020204030204" pitchFamily="34" charset="0"/>
              </a:rPr>
              <a:t>, </a:t>
            </a:r>
            <a:r>
              <a:rPr lang="en-US" sz="1300" dirty="0" err="1">
                <a:ea typeface="Calibri" panose="020F0502020204030204" pitchFamily="34" charset="0"/>
              </a:rPr>
              <a:t>góp</a:t>
            </a:r>
            <a:r>
              <a:rPr lang="en-US" sz="1300" dirty="0">
                <a:ea typeface="Calibri" panose="020F0502020204030204" pitchFamily="34" charset="0"/>
              </a:rPr>
              <a:t> </a:t>
            </a:r>
            <a:r>
              <a:rPr lang="en-US" sz="1300" dirty="0" err="1">
                <a:ea typeface="Calibri" panose="020F0502020204030204" pitchFamily="34" charset="0"/>
              </a:rPr>
              <a:t>phần</a:t>
            </a:r>
            <a:r>
              <a:rPr lang="en-US" sz="1300" dirty="0">
                <a:ea typeface="Calibri" panose="020F0502020204030204" pitchFamily="34" charset="0"/>
              </a:rPr>
              <a:t> </a:t>
            </a:r>
            <a:r>
              <a:rPr lang="en-US" sz="1300" dirty="0" err="1">
                <a:ea typeface="Calibri" panose="020F0502020204030204" pitchFamily="34" charset="0"/>
              </a:rPr>
              <a:t>gia</a:t>
            </a:r>
            <a:r>
              <a:rPr lang="en-US" sz="1300" dirty="0">
                <a:ea typeface="Calibri" panose="020F0502020204030204" pitchFamily="34" charset="0"/>
              </a:rPr>
              <a:t> </a:t>
            </a:r>
            <a:r>
              <a:rPr lang="en-US" sz="1300" dirty="0" err="1">
                <a:ea typeface="Calibri" panose="020F0502020204030204" pitchFamily="34" charset="0"/>
              </a:rPr>
              <a:t>tăng</a:t>
            </a:r>
            <a:r>
              <a:rPr lang="en-US" sz="1300" dirty="0">
                <a:ea typeface="Calibri" panose="020F0502020204030204" pitchFamily="34" charset="0"/>
              </a:rPr>
              <a:t> </a:t>
            </a:r>
            <a:r>
              <a:rPr lang="en-US" sz="1300" dirty="0" err="1">
                <a:ea typeface="Calibri" panose="020F0502020204030204" pitchFamily="34" charset="0"/>
              </a:rPr>
              <a:t>lượng</a:t>
            </a:r>
            <a:r>
              <a:rPr lang="en-US" sz="1300" dirty="0">
                <a:ea typeface="Calibri" panose="020F0502020204030204" pitchFamily="34" charset="0"/>
              </a:rPr>
              <a:t> </a:t>
            </a:r>
            <a:r>
              <a:rPr lang="en-US" sz="1300" dirty="0" err="1">
                <a:ea typeface="Calibri" panose="020F0502020204030204" pitchFamily="34" charset="0"/>
              </a:rPr>
              <a:t>cao</a:t>
            </a:r>
            <a:r>
              <a:rPr lang="en-US" sz="1300" dirty="0">
                <a:ea typeface="Calibri" panose="020F0502020204030204" pitchFamily="34" charset="0"/>
              </a:rPr>
              <a:t> </a:t>
            </a:r>
            <a:r>
              <a:rPr lang="en-US" sz="1300" dirty="0" err="1">
                <a:ea typeface="Calibri" panose="020F0502020204030204" pitchFamily="34" charset="0"/>
              </a:rPr>
              <a:t>su</a:t>
            </a:r>
            <a:r>
              <a:rPr lang="en-US" sz="1300" dirty="0">
                <a:ea typeface="Calibri" panose="020F0502020204030204" pitchFamily="34" charset="0"/>
              </a:rPr>
              <a:t> </a:t>
            </a:r>
            <a:r>
              <a:rPr lang="en-US" sz="1300" dirty="0" err="1">
                <a:ea typeface="Calibri" panose="020F0502020204030204" pitchFamily="34" charset="0"/>
              </a:rPr>
              <a:t>tổng</a:t>
            </a:r>
            <a:r>
              <a:rPr lang="en-US" sz="1300" dirty="0">
                <a:ea typeface="Calibri" panose="020F0502020204030204" pitchFamily="34" charset="0"/>
              </a:rPr>
              <a:t> </a:t>
            </a:r>
            <a:r>
              <a:rPr lang="en-US" sz="1300" dirty="0" err="1">
                <a:ea typeface="Calibri" panose="020F0502020204030204" pitchFamily="34" charset="0"/>
              </a:rPr>
              <a:t>hợp</a:t>
            </a:r>
            <a:r>
              <a:rPr lang="en-US" sz="1300" dirty="0">
                <a:ea typeface="Calibri" panose="020F0502020204030204" pitchFamily="34" charset="0"/>
              </a:rPr>
              <a:t> </a:t>
            </a:r>
            <a:r>
              <a:rPr lang="en-US" sz="1300" dirty="0" err="1">
                <a:ea typeface="Calibri" panose="020F0502020204030204" pitchFamily="34" charset="0"/>
              </a:rPr>
              <a:t>trên</a:t>
            </a:r>
            <a:r>
              <a:rPr lang="en-US" sz="1300" dirty="0">
                <a:ea typeface="Calibri" panose="020F0502020204030204" pitchFamily="34" charset="0"/>
              </a:rPr>
              <a:t> </a:t>
            </a:r>
            <a:r>
              <a:rPr lang="en-US" sz="1300" dirty="0" err="1">
                <a:ea typeface="Calibri" panose="020F0502020204030204" pitchFamily="34" charset="0"/>
              </a:rPr>
              <a:t>thị</a:t>
            </a:r>
            <a:r>
              <a:rPr lang="en-US" sz="1300" dirty="0">
                <a:ea typeface="Calibri" panose="020F0502020204030204" pitchFamily="34" charset="0"/>
              </a:rPr>
              <a:t> </a:t>
            </a:r>
            <a:r>
              <a:rPr lang="en-US" sz="1300" dirty="0" err="1">
                <a:ea typeface="Calibri" panose="020F0502020204030204" pitchFamily="34" charset="0"/>
              </a:rPr>
              <a:t>trường</a:t>
            </a:r>
            <a:r>
              <a:rPr lang="en-US" sz="1300" dirty="0">
                <a:ea typeface="Calibri" panose="020F0502020204030204" pitchFamily="34" charset="0"/>
              </a:rPr>
              <a:t> </a:t>
            </a:r>
            <a:r>
              <a:rPr lang="en-US" sz="1300" dirty="0" err="1">
                <a:ea typeface="Calibri" panose="020F0502020204030204" pitchFamily="34" charset="0"/>
              </a:rPr>
              <a:t>trong</a:t>
            </a:r>
            <a:r>
              <a:rPr lang="en-US" sz="1300" dirty="0">
                <a:ea typeface="Calibri" panose="020F0502020204030204" pitchFamily="34" charset="0"/>
              </a:rPr>
              <a:t> </a:t>
            </a:r>
            <a:r>
              <a:rPr lang="en-US" sz="1300" dirty="0" err="1">
                <a:ea typeface="Calibri" panose="020F0502020204030204" pitchFamily="34" charset="0"/>
              </a:rPr>
              <a:t>thời</a:t>
            </a:r>
            <a:r>
              <a:rPr lang="en-US" sz="1300" dirty="0">
                <a:ea typeface="Calibri" panose="020F0502020204030204" pitchFamily="34" charset="0"/>
              </a:rPr>
              <a:t> </a:t>
            </a:r>
            <a:r>
              <a:rPr lang="en-US" sz="1300" dirty="0" err="1">
                <a:ea typeface="Calibri" panose="020F0502020204030204" pitchFamily="34" charset="0"/>
              </a:rPr>
              <a:t>gian</a:t>
            </a:r>
            <a:r>
              <a:rPr lang="en-US" sz="1300" dirty="0">
                <a:ea typeface="Calibri" panose="020F0502020204030204" pitchFamily="34" charset="0"/>
              </a:rPr>
              <a:t> </a:t>
            </a:r>
            <a:r>
              <a:rPr lang="en-US" sz="1300" dirty="0" err="1">
                <a:ea typeface="Calibri" panose="020F0502020204030204" pitchFamily="34" charset="0"/>
              </a:rPr>
              <a:t>tới</a:t>
            </a:r>
            <a:r>
              <a:rPr lang="en-US" sz="1300" dirty="0">
                <a:ea typeface="Calibri" panose="020F0502020204030204" pitchFamily="34" charset="0"/>
              </a:rPr>
              <a:t>. Cao </a:t>
            </a:r>
            <a:r>
              <a:rPr lang="en-US" sz="1300" dirty="0" err="1">
                <a:ea typeface="Calibri" panose="020F0502020204030204" pitchFamily="34" charset="0"/>
              </a:rPr>
              <a:t>su</a:t>
            </a:r>
            <a:r>
              <a:rPr lang="en-US" sz="1300" dirty="0">
                <a:ea typeface="Calibri" panose="020F0502020204030204" pitchFamily="34" charset="0"/>
              </a:rPr>
              <a:t> </a:t>
            </a:r>
            <a:r>
              <a:rPr lang="en-US" sz="1300" dirty="0" err="1">
                <a:ea typeface="Calibri" panose="020F0502020204030204" pitchFamily="34" charset="0"/>
              </a:rPr>
              <a:t>tự</a:t>
            </a:r>
            <a:r>
              <a:rPr lang="en-US" sz="1300" dirty="0">
                <a:ea typeface="Calibri" panose="020F0502020204030204" pitchFamily="34" charset="0"/>
              </a:rPr>
              <a:t> </a:t>
            </a:r>
            <a:r>
              <a:rPr lang="en-US" sz="1300" dirty="0" err="1">
                <a:ea typeface="Calibri" panose="020F0502020204030204" pitchFamily="34" charset="0"/>
              </a:rPr>
              <a:t>nhiên</a:t>
            </a:r>
            <a:r>
              <a:rPr lang="en-US" sz="1300" dirty="0">
                <a:ea typeface="Calibri" panose="020F0502020204030204" pitchFamily="34" charset="0"/>
              </a:rPr>
              <a:t> </a:t>
            </a:r>
            <a:r>
              <a:rPr lang="en-US" sz="1300" dirty="0" err="1">
                <a:ea typeface="Calibri" panose="020F0502020204030204" pitchFamily="34" charset="0"/>
              </a:rPr>
              <a:t>cạnh</a:t>
            </a:r>
            <a:r>
              <a:rPr lang="en-US" sz="1300" dirty="0">
                <a:ea typeface="Calibri" panose="020F0502020204030204" pitchFamily="34" charset="0"/>
              </a:rPr>
              <a:t> </a:t>
            </a:r>
            <a:r>
              <a:rPr lang="en-US" sz="1300" dirty="0" err="1">
                <a:ea typeface="Calibri" panose="020F0502020204030204" pitchFamily="34" charset="0"/>
              </a:rPr>
              <a:t>tranh</a:t>
            </a:r>
            <a:r>
              <a:rPr lang="en-US" sz="1300" dirty="0">
                <a:ea typeface="Calibri" panose="020F0502020204030204" pitchFamily="34" charset="0"/>
              </a:rPr>
              <a:t> </a:t>
            </a:r>
            <a:r>
              <a:rPr lang="en-US" sz="1300" dirty="0" err="1">
                <a:ea typeface="Calibri" panose="020F0502020204030204" pitchFamily="34" charset="0"/>
              </a:rPr>
              <a:t>thị</a:t>
            </a:r>
            <a:r>
              <a:rPr lang="en-US" sz="1300" dirty="0">
                <a:ea typeface="Calibri" panose="020F0502020204030204" pitchFamily="34" charset="0"/>
              </a:rPr>
              <a:t> </a:t>
            </a:r>
            <a:r>
              <a:rPr lang="en-US" sz="1300" dirty="0" err="1">
                <a:ea typeface="Calibri" panose="020F0502020204030204" pitchFamily="34" charset="0"/>
              </a:rPr>
              <a:t>phần</a:t>
            </a:r>
            <a:r>
              <a:rPr lang="en-US" sz="1300" dirty="0">
                <a:ea typeface="Calibri" panose="020F0502020204030204" pitchFamily="34" charset="0"/>
              </a:rPr>
              <a:t> </a:t>
            </a:r>
            <a:r>
              <a:rPr lang="en-US" sz="1300" dirty="0" err="1">
                <a:ea typeface="Calibri" panose="020F0502020204030204" pitchFamily="34" charset="0"/>
              </a:rPr>
              <a:t>với</a:t>
            </a:r>
            <a:r>
              <a:rPr lang="en-US" sz="1300" dirty="0">
                <a:ea typeface="Calibri" panose="020F0502020204030204" pitchFamily="34" charset="0"/>
              </a:rPr>
              <a:t> </a:t>
            </a:r>
            <a:r>
              <a:rPr lang="en-US" sz="1300" dirty="0" err="1">
                <a:ea typeface="Calibri" panose="020F0502020204030204" pitchFamily="34" charset="0"/>
              </a:rPr>
              <a:t>cao</a:t>
            </a:r>
            <a:r>
              <a:rPr lang="en-US" sz="1300" dirty="0">
                <a:ea typeface="Calibri" panose="020F0502020204030204" pitchFamily="34" charset="0"/>
              </a:rPr>
              <a:t> </a:t>
            </a:r>
            <a:r>
              <a:rPr lang="en-US" sz="1300" dirty="0" err="1">
                <a:ea typeface="Calibri" panose="020F0502020204030204" pitchFamily="34" charset="0"/>
              </a:rPr>
              <a:t>su</a:t>
            </a:r>
            <a:r>
              <a:rPr lang="en-US" sz="1300" dirty="0">
                <a:ea typeface="Calibri" panose="020F0502020204030204" pitchFamily="34" charset="0"/>
              </a:rPr>
              <a:t> </a:t>
            </a:r>
            <a:r>
              <a:rPr lang="en-US" sz="1300" dirty="0" err="1">
                <a:ea typeface="Calibri" panose="020F0502020204030204" pitchFamily="34" charset="0"/>
              </a:rPr>
              <a:t>tổng</a:t>
            </a:r>
            <a:r>
              <a:rPr lang="en-US" sz="1300" dirty="0">
                <a:ea typeface="Calibri" panose="020F0502020204030204" pitchFamily="34" charset="0"/>
              </a:rPr>
              <a:t> </a:t>
            </a:r>
            <a:r>
              <a:rPr lang="en-US" sz="1300" dirty="0" err="1">
                <a:ea typeface="Calibri" panose="020F0502020204030204" pitchFamily="34" charset="0"/>
              </a:rPr>
              <a:t>hợp</a:t>
            </a:r>
            <a:r>
              <a:rPr lang="en-US" sz="1300" dirty="0">
                <a:ea typeface="Calibri" panose="020F0502020204030204" pitchFamily="34" charset="0"/>
              </a:rPr>
              <a:t> – </a:t>
            </a:r>
            <a:r>
              <a:rPr lang="en-US" sz="1300" dirty="0" err="1">
                <a:ea typeface="Calibri" panose="020F0502020204030204" pitchFamily="34" charset="0"/>
              </a:rPr>
              <a:t>sản</a:t>
            </a:r>
            <a:r>
              <a:rPr lang="en-US" sz="1300" dirty="0">
                <a:ea typeface="Calibri" panose="020F0502020204030204" pitchFamily="34" charset="0"/>
              </a:rPr>
              <a:t> </a:t>
            </a:r>
            <a:r>
              <a:rPr lang="en-US" sz="1300" dirty="0" err="1">
                <a:ea typeface="Calibri" panose="020F0502020204030204" pitchFamily="34" charset="0"/>
              </a:rPr>
              <a:t>phẩm</a:t>
            </a:r>
            <a:r>
              <a:rPr lang="en-US" sz="1300" dirty="0">
                <a:ea typeface="Calibri" panose="020F0502020204030204" pitchFamily="34" charset="0"/>
              </a:rPr>
              <a:t> </a:t>
            </a:r>
            <a:r>
              <a:rPr lang="en-US" sz="1300" dirty="0" err="1">
                <a:ea typeface="Calibri" panose="020F0502020204030204" pitchFamily="34" charset="0"/>
              </a:rPr>
              <a:t>được</a:t>
            </a:r>
            <a:r>
              <a:rPr lang="en-US" sz="1300" dirty="0">
                <a:ea typeface="Calibri" panose="020F0502020204030204" pitchFamily="34" charset="0"/>
              </a:rPr>
              <a:t> </a:t>
            </a:r>
            <a:r>
              <a:rPr lang="en-US" sz="1300" dirty="0" err="1">
                <a:ea typeface="Calibri" panose="020F0502020204030204" pitchFamily="34" charset="0"/>
              </a:rPr>
              <a:t>sản</a:t>
            </a:r>
            <a:r>
              <a:rPr lang="en-US" sz="1300" dirty="0">
                <a:ea typeface="Calibri" panose="020F0502020204030204" pitchFamily="34" charset="0"/>
              </a:rPr>
              <a:t> </a:t>
            </a:r>
            <a:r>
              <a:rPr lang="en-US" sz="1300" dirty="0" err="1">
                <a:ea typeface="Calibri" panose="020F0502020204030204" pitchFamily="34" charset="0"/>
              </a:rPr>
              <a:t>xuất</a:t>
            </a:r>
            <a:r>
              <a:rPr lang="en-US" sz="1300" dirty="0">
                <a:ea typeface="Calibri" panose="020F0502020204030204" pitchFamily="34" charset="0"/>
              </a:rPr>
              <a:t> </a:t>
            </a:r>
            <a:r>
              <a:rPr lang="en-US" sz="1300" dirty="0" err="1">
                <a:ea typeface="Calibri" panose="020F0502020204030204" pitchFamily="34" charset="0"/>
              </a:rPr>
              <a:t>từ</a:t>
            </a:r>
            <a:r>
              <a:rPr lang="en-US" sz="1300" dirty="0">
                <a:ea typeface="Calibri" panose="020F0502020204030204" pitchFamily="34" charset="0"/>
              </a:rPr>
              <a:t> </a:t>
            </a:r>
            <a:r>
              <a:rPr lang="en-US" sz="1300" dirty="0" err="1">
                <a:ea typeface="Calibri" panose="020F0502020204030204" pitchFamily="34" charset="0"/>
              </a:rPr>
              <a:t>dầu</a:t>
            </a:r>
            <a:r>
              <a:rPr lang="en-US" sz="1300" dirty="0">
                <a:ea typeface="Calibri" panose="020F0502020204030204" pitchFamily="34" charset="0"/>
              </a:rPr>
              <a:t> </a:t>
            </a:r>
            <a:r>
              <a:rPr lang="en-US" sz="1300" dirty="0" err="1">
                <a:ea typeface="Calibri" panose="020F0502020204030204" pitchFamily="34" charset="0"/>
              </a:rPr>
              <a:t>thô</a:t>
            </a:r>
            <a:r>
              <a:rPr lang="en-US" sz="1300" dirty="0">
                <a:ea typeface="Calibri" panose="020F0502020204030204" pitchFamily="34" charset="0"/>
              </a:rPr>
              <a:t>, </a:t>
            </a:r>
            <a:r>
              <a:rPr lang="en-US" sz="1300" dirty="0" err="1">
                <a:ea typeface="Calibri" panose="020F0502020204030204" pitchFamily="34" charset="0"/>
              </a:rPr>
              <a:t>nguồn</a:t>
            </a:r>
            <a:r>
              <a:rPr lang="en-US" sz="1300" dirty="0">
                <a:ea typeface="Calibri" panose="020F0502020204030204" pitchFamily="34" charset="0"/>
              </a:rPr>
              <a:t> </a:t>
            </a:r>
            <a:r>
              <a:rPr lang="en-US" sz="1300" dirty="0" err="1">
                <a:ea typeface="Calibri" panose="020F0502020204030204" pitchFamily="34" charset="0"/>
              </a:rPr>
              <a:t>cung</a:t>
            </a:r>
            <a:r>
              <a:rPr lang="en-US" sz="1300" dirty="0">
                <a:ea typeface="Calibri" panose="020F0502020204030204" pitchFamily="34" charset="0"/>
              </a:rPr>
              <a:t> </a:t>
            </a:r>
            <a:r>
              <a:rPr lang="en-US" sz="1300" dirty="0" err="1">
                <a:ea typeface="Calibri" panose="020F0502020204030204" pitchFamily="34" charset="0"/>
              </a:rPr>
              <a:t>cao</a:t>
            </a:r>
            <a:r>
              <a:rPr lang="en-US" sz="1300" dirty="0">
                <a:ea typeface="Calibri" panose="020F0502020204030204" pitchFamily="34" charset="0"/>
              </a:rPr>
              <a:t> </a:t>
            </a:r>
            <a:r>
              <a:rPr lang="en-US" sz="1300" dirty="0" err="1">
                <a:ea typeface="Calibri" panose="020F0502020204030204" pitchFamily="34" charset="0"/>
              </a:rPr>
              <a:t>su</a:t>
            </a:r>
            <a:r>
              <a:rPr lang="en-US" sz="1300" dirty="0">
                <a:ea typeface="Calibri" panose="020F0502020204030204" pitchFamily="34" charset="0"/>
              </a:rPr>
              <a:t> </a:t>
            </a:r>
            <a:r>
              <a:rPr lang="en-US" sz="1300" dirty="0" err="1">
                <a:ea typeface="Calibri" panose="020F0502020204030204" pitchFamily="34" charset="0"/>
              </a:rPr>
              <a:t>tổng</a:t>
            </a:r>
            <a:r>
              <a:rPr lang="en-US" sz="1300" dirty="0">
                <a:ea typeface="Calibri" panose="020F0502020204030204" pitchFamily="34" charset="0"/>
              </a:rPr>
              <a:t> </a:t>
            </a:r>
            <a:r>
              <a:rPr lang="en-US" sz="1300" dirty="0" err="1">
                <a:ea typeface="Calibri" panose="020F0502020204030204" pitchFamily="34" charset="0"/>
              </a:rPr>
              <a:t>hợp</a:t>
            </a:r>
            <a:r>
              <a:rPr lang="en-US" sz="1300" dirty="0">
                <a:ea typeface="Calibri" panose="020F0502020204030204" pitchFamily="34" charset="0"/>
              </a:rPr>
              <a:t> </a:t>
            </a:r>
            <a:r>
              <a:rPr lang="en-US" sz="1300" dirty="0" err="1">
                <a:ea typeface="Calibri" panose="020F0502020204030204" pitchFamily="34" charset="0"/>
              </a:rPr>
              <a:t>tăng</a:t>
            </a:r>
            <a:r>
              <a:rPr lang="en-US" sz="1300" dirty="0">
                <a:ea typeface="Calibri" panose="020F0502020204030204" pitchFamily="34" charset="0"/>
              </a:rPr>
              <a:t> </a:t>
            </a:r>
            <a:r>
              <a:rPr lang="en-US" sz="1300" dirty="0" err="1">
                <a:ea typeface="Calibri" panose="020F0502020204030204" pitchFamily="34" charset="0"/>
              </a:rPr>
              <a:t>đã</a:t>
            </a:r>
            <a:r>
              <a:rPr lang="en-US" sz="1300" dirty="0">
                <a:ea typeface="Calibri" panose="020F0502020204030204" pitchFamily="34" charset="0"/>
              </a:rPr>
              <a:t> </a:t>
            </a:r>
            <a:r>
              <a:rPr lang="en-US" sz="1300" dirty="0" err="1">
                <a:ea typeface="Calibri" panose="020F0502020204030204" pitchFamily="34" charset="0"/>
              </a:rPr>
              <a:t>góp</a:t>
            </a:r>
            <a:r>
              <a:rPr lang="en-US" sz="1300" dirty="0">
                <a:ea typeface="Calibri" panose="020F0502020204030204" pitchFamily="34" charset="0"/>
              </a:rPr>
              <a:t> </a:t>
            </a:r>
            <a:r>
              <a:rPr lang="en-US" sz="1300" dirty="0" err="1">
                <a:ea typeface="Calibri" panose="020F0502020204030204" pitchFamily="34" charset="0"/>
              </a:rPr>
              <a:t>phần</a:t>
            </a:r>
            <a:r>
              <a:rPr lang="en-US" sz="1300" dirty="0">
                <a:ea typeface="Calibri" panose="020F0502020204030204" pitchFamily="34" charset="0"/>
              </a:rPr>
              <a:t> </a:t>
            </a:r>
            <a:r>
              <a:rPr lang="en-US" sz="1300" dirty="0" err="1">
                <a:ea typeface="Calibri" panose="020F0502020204030204" pitchFamily="34" charset="0"/>
              </a:rPr>
              <a:t>tạo</a:t>
            </a:r>
            <a:r>
              <a:rPr lang="en-US" sz="1300" dirty="0">
                <a:ea typeface="Calibri" panose="020F0502020204030204" pitchFamily="34" charset="0"/>
              </a:rPr>
              <a:t> </a:t>
            </a:r>
            <a:r>
              <a:rPr lang="en-US" sz="1300" dirty="0" err="1">
                <a:ea typeface="Calibri" panose="020F0502020204030204" pitchFamily="34" charset="0"/>
              </a:rPr>
              <a:t>áp</a:t>
            </a:r>
            <a:r>
              <a:rPr lang="en-US" sz="1300" dirty="0">
                <a:ea typeface="Calibri" panose="020F0502020204030204" pitchFamily="34" charset="0"/>
              </a:rPr>
              <a:t> </a:t>
            </a:r>
            <a:r>
              <a:rPr lang="en-US" sz="1300" dirty="0" err="1">
                <a:ea typeface="Calibri" panose="020F0502020204030204" pitchFamily="34" charset="0"/>
              </a:rPr>
              <a:t>lực</a:t>
            </a:r>
            <a:r>
              <a:rPr lang="en-US" sz="1300" dirty="0">
                <a:ea typeface="Calibri" panose="020F0502020204030204" pitchFamily="34" charset="0"/>
              </a:rPr>
              <a:t> </a:t>
            </a:r>
            <a:r>
              <a:rPr lang="en-US" sz="1300" dirty="0" err="1">
                <a:ea typeface="Calibri" panose="020F0502020204030204" pitchFamily="34" charset="0"/>
              </a:rPr>
              <a:t>điều</a:t>
            </a:r>
            <a:r>
              <a:rPr lang="en-US" sz="1300" dirty="0">
                <a:ea typeface="Calibri" panose="020F0502020204030204" pitchFamily="34" charset="0"/>
              </a:rPr>
              <a:t> </a:t>
            </a:r>
            <a:r>
              <a:rPr lang="en-US" sz="1300" dirty="0" err="1">
                <a:ea typeface="Calibri" panose="020F0502020204030204" pitchFamily="34" charset="0"/>
              </a:rPr>
              <a:t>chỉnh</a:t>
            </a:r>
            <a:r>
              <a:rPr lang="en-US" sz="1300" dirty="0">
                <a:ea typeface="Calibri" panose="020F0502020204030204" pitchFamily="34" charset="0"/>
              </a:rPr>
              <a:t> </a:t>
            </a:r>
            <a:r>
              <a:rPr lang="en-US" sz="1300" dirty="0" err="1">
                <a:ea typeface="Calibri" panose="020F0502020204030204" pitchFamily="34" charset="0"/>
              </a:rPr>
              <a:t>giá</a:t>
            </a:r>
            <a:r>
              <a:rPr lang="en-US" sz="1300" dirty="0">
                <a:ea typeface="Calibri" panose="020F0502020204030204" pitchFamily="34" charset="0"/>
              </a:rPr>
              <a:t> </a:t>
            </a:r>
            <a:r>
              <a:rPr lang="en-US" sz="1300" dirty="0" err="1">
                <a:ea typeface="Calibri" panose="020F0502020204030204" pitchFamily="34" charset="0"/>
              </a:rPr>
              <a:t>cao</a:t>
            </a:r>
            <a:r>
              <a:rPr lang="en-US" sz="1300" dirty="0">
                <a:ea typeface="Calibri" panose="020F0502020204030204" pitchFamily="34" charset="0"/>
              </a:rPr>
              <a:t> </a:t>
            </a:r>
            <a:r>
              <a:rPr lang="en-US" sz="1300" dirty="0" err="1">
                <a:ea typeface="Calibri" panose="020F0502020204030204" pitchFamily="34" charset="0"/>
              </a:rPr>
              <a:t>su</a:t>
            </a:r>
            <a:r>
              <a:rPr lang="en-US" sz="1300" dirty="0">
                <a:ea typeface="Calibri" panose="020F0502020204030204" pitchFamily="34" charset="0"/>
              </a:rPr>
              <a:t> </a:t>
            </a:r>
            <a:r>
              <a:rPr lang="en-US" sz="1300" dirty="0" err="1">
                <a:ea typeface="Calibri" panose="020F0502020204030204" pitchFamily="34" charset="0"/>
              </a:rPr>
              <a:t>sự</a:t>
            </a:r>
            <a:r>
              <a:rPr lang="en-US" sz="1300" dirty="0">
                <a:ea typeface="Calibri" panose="020F0502020204030204" pitchFamily="34" charset="0"/>
              </a:rPr>
              <a:t> </a:t>
            </a:r>
            <a:r>
              <a:rPr lang="en-US" sz="1300" dirty="0" err="1">
                <a:ea typeface="Calibri" panose="020F0502020204030204" pitchFamily="34" charset="0"/>
              </a:rPr>
              <a:t>nhiên</a:t>
            </a:r>
            <a:r>
              <a:rPr lang="en-US" sz="1300" dirty="0">
                <a:ea typeface="Calibri" panose="020F0502020204030204" pitchFamily="34" charset="0"/>
              </a:rPr>
              <a:t>.</a:t>
            </a:r>
          </a:p>
          <a:p>
            <a:pPr algn="just">
              <a:lnSpc>
                <a:spcPct val="115000"/>
              </a:lnSpc>
              <a:spcAft>
                <a:spcPts val="600"/>
              </a:spcAft>
            </a:pPr>
            <a:endParaRPr lang="en-US" sz="1350" dirty="0" smtClean="0">
              <a:ea typeface="Times New Roman" panose="02020603050405020304" pitchFamily="18" charset="0"/>
            </a:endParaRPr>
          </a:p>
        </p:txBody>
      </p:sp>
    </p:spTree>
    <p:extLst>
      <p:ext uri="{BB962C8B-B14F-4D97-AF65-F5344CB8AC3E}">
        <p14:creationId xmlns:p14="http://schemas.microsoft.com/office/powerpoint/2010/main" val="2161531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8DC90-B4E4-1940-E7F8-A1F2A8980E68}"/>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F75F3206-C641-C009-70DB-2D73C87B70EE}"/>
              </a:ext>
            </a:extLst>
          </p:cNvPr>
          <p:cNvSpPr>
            <a:spLocks noGrp="1"/>
          </p:cNvSpPr>
          <p:nvPr>
            <p:ph type="ftr" sz="quarter" idx="3"/>
          </p:nvPr>
        </p:nvSpPr>
        <p:spPr>
          <a:xfrm>
            <a:off x="2338526" y="9507879"/>
            <a:ext cx="3941588" cy="194234"/>
          </a:xfrm>
        </p:spPr>
        <p:txBody>
          <a:bodyPr/>
          <a:lstStyle/>
          <a:p>
            <a:r>
              <a:rPr lang="en-GB" dirty="0">
                <a:solidFill>
                  <a:srgbClr val="FFFFFF"/>
                </a:solidFill>
                <a:latin typeface="Arial"/>
              </a:rPr>
              <a:t>Deriving value from your audit</a:t>
            </a:r>
          </a:p>
        </p:txBody>
      </p:sp>
      <p:sp>
        <p:nvSpPr>
          <p:cNvPr id="7" name="Slide Number Placeholder 6">
            <a:extLst>
              <a:ext uri="{FF2B5EF4-FFF2-40B4-BE49-F238E27FC236}">
                <a16:creationId xmlns:a16="http://schemas.microsoft.com/office/drawing/2014/main" id="{0C17DFA8-8875-5E4C-28AD-44BAE4699877}"/>
              </a:ext>
            </a:extLst>
          </p:cNvPr>
          <p:cNvSpPr>
            <a:spLocks noGrp="1"/>
          </p:cNvSpPr>
          <p:nvPr>
            <p:ph type="sldNum" sz="quarter" idx="4"/>
          </p:nvPr>
        </p:nvSpPr>
        <p:spPr/>
        <p:txBody>
          <a:bodyPr/>
          <a:lstStyle/>
          <a:p>
            <a:fld id="{FEBD7F86-1881-4698-8703-FB80B0800997}" type="slidenum">
              <a:rPr lang="en-GB" smtClean="0">
                <a:solidFill>
                  <a:srgbClr val="FFFFFF"/>
                </a:solidFill>
                <a:latin typeface="Arial"/>
              </a:rPr>
              <a:pPr/>
              <a:t>5</a:t>
            </a:fld>
            <a:endParaRPr lang="en-GB">
              <a:solidFill>
                <a:srgbClr val="FFFFFF"/>
              </a:solidFill>
              <a:latin typeface="Arial"/>
            </a:endParaRPr>
          </a:p>
        </p:txBody>
      </p:sp>
      <p:sp>
        <p:nvSpPr>
          <p:cNvPr id="8" name="Date Placeholder 7">
            <a:extLst>
              <a:ext uri="{FF2B5EF4-FFF2-40B4-BE49-F238E27FC236}">
                <a16:creationId xmlns:a16="http://schemas.microsoft.com/office/drawing/2014/main" id="{83362B57-43C2-F903-9D8E-FFBDCA58DDEE}"/>
              </a:ext>
            </a:extLst>
          </p:cNvPr>
          <p:cNvSpPr>
            <a:spLocks noGrp="1"/>
          </p:cNvSpPr>
          <p:nvPr>
            <p:ph type="dt" sz="half" idx="2"/>
          </p:nvPr>
        </p:nvSpPr>
        <p:spPr/>
        <p:txBody>
          <a:bodyPr/>
          <a:lstStyle/>
          <a:p>
            <a:r>
              <a:rPr lang="en-GB" dirty="0">
                <a:solidFill>
                  <a:srgbClr val="FFFFFF"/>
                </a:solidFill>
                <a:latin typeface="Arial"/>
              </a:rPr>
              <a:t>July 2013</a:t>
            </a:r>
          </a:p>
        </p:txBody>
      </p:sp>
      <p:sp>
        <p:nvSpPr>
          <p:cNvPr id="17" name="Slide Number Placeholder 3">
            <a:extLst>
              <a:ext uri="{FF2B5EF4-FFF2-40B4-BE49-F238E27FC236}">
                <a16:creationId xmlns:a16="http://schemas.microsoft.com/office/drawing/2014/main" id="{B552E99B-87E5-FAD3-3BCF-D27D1118F927}"/>
              </a:ext>
            </a:extLst>
          </p:cNvPr>
          <p:cNvSpPr txBox="1">
            <a:spLocks/>
          </p:cNvSpPr>
          <p:nvPr/>
        </p:nvSpPr>
        <p:spPr>
          <a:xfrm>
            <a:off x="5351318" y="9226178"/>
            <a:ext cx="1143000"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fld id="{FEBD7F86-1881-4698-8703-FB80B0800997}" type="slidenum">
              <a:rPr lang="en-GB" smtClean="0">
                <a:solidFill>
                  <a:srgbClr val="FFFFFF"/>
                </a:solidFill>
                <a:latin typeface="Arial"/>
              </a:rPr>
              <a:pPr/>
              <a:t>5</a:t>
            </a:fld>
            <a:endParaRPr lang="en-GB">
              <a:solidFill>
                <a:srgbClr val="FFFFFF"/>
              </a:solidFill>
              <a:latin typeface="Arial"/>
            </a:endParaRPr>
          </a:p>
        </p:txBody>
      </p:sp>
      <p:pic>
        <p:nvPicPr>
          <p:cNvPr id="19" name="Picture 18">
            <a:extLst>
              <a:ext uri="{FF2B5EF4-FFF2-40B4-BE49-F238E27FC236}">
                <a16:creationId xmlns:a16="http://schemas.microsoft.com/office/drawing/2014/main" id="{7A7E3A31-E763-08DB-A7C9-AF65FD7DD054}"/>
              </a:ext>
            </a:extLst>
          </p:cNvPr>
          <p:cNvPicPr>
            <a:picLocks noChangeAspect="1"/>
          </p:cNvPicPr>
          <p:nvPr/>
        </p:nvPicPr>
        <p:blipFill>
          <a:blip r:embed="rId3"/>
          <a:stretch>
            <a:fillRect/>
          </a:stretch>
        </p:blipFill>
        <p:spPr>
          <a:xfrm flipV="1">
            <a:off x="-36287" y="111589"/>
            <a:ext cx="6894287" cy="1412946"/>
          </a:xfrm>
          <a:prstGeom prst="rect">
            <a:avLst/>
          </a:prstGeom>
        </p:spPr>
      </p:pic>
      <p:pic>
        <p:nvPicPr>
          <p:cNvPr id="5" name="Picture 4">
            <a:extLst>
              <a:ext uri="{FF2B5EF4-FFF2-40B4-BE49-F238E27FC236}">
                <a16:creationId xmlns:a16="http://schemas.microsoft.com/office/drawing/2014/main" id="{334A1B0D-97EE-D527-3866-06B9AE494B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825" y="144745"/>
            <a:ext cx="1026135" cy="1036444"/>
          </a:xfrm>
          <a:prstGeom prst="rect">
            <a:avLst/>
          </a:prstGeom>
        </p:spPr>
      </p:pic>
      <p:pic>
        <p:nvPicPr>
          <p:cNvPr id="22" name="Picture 21">
            <a:extLst>
              <a:ext uri="{FF2B5EF4-FFF2-40B4-BE49-F238E27FC236}">
                <a16:creationId xmlns:a16="http://schemas.microsoft.com/office/drawing/2014/main" id="{272BDB84-ADC9-A3FD-5679-B1E827F7A177}"/>
              </a:ext>
            </a:extLst>
          </p:cNvPr>
          <p:cNvPicPr>
            <a:picLocks noChangeAspect="1"/>
          </p:cNvPicPr>
          <p:nvPr/>
        </p:nvPicPr>
        <p:blipFill>
          <a:blip r:embed="rId3"/>
          <a:stretch>
            <a:fillRect/>
          </a:stretch>
        </p:blipFill>
        <p:spPr>
          <a:xfrm rot="10800000" flipV="1">
            <a:off x="0" y="9342837"/>
            <a:ext cx="6858000" cy="563164"/>
          </a:xfrm>
          <a:prstGeom prst="rect">
            <a:avLst/>
          </a:prstGeom>
        </p:spPr>
      </p:pic>
      <p:sp>
        <p:nvSpPr>
          <p:cNvPr id="20" name="Slide Number Placeholder 5">
            <a:extLst>
              <a:ext uri="{FF2B5EF4-FFF2-40B4-BE49-F238E27FC236}">
                <a16:creationId xmlns:a16="http://schemas.microsoft.com/office/drawing/2014/main" id="{CAD40C7B-1D59-334E-CBC6-41604690F0AD}"/>
              </a:ext>
            </a:extLst>
          </p:cNvPr>
          <p:cNvSpPr txBox="1">
            <a:spLocks/>
          </p:cNvSpPr>
          <p:nvPr/>
        </p:nvSpPr>
        <p:spPr>
          <a:xfrm>
            <a:off x="-124547" y="9527301"/>
            <a:ext cx="2077893"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r>
              <a:rPr lang="en-GB" dirty="0">
                <a:solidFill>
                  <a:srgbClr val="FFFFFF"/>
                </a:solidFill>
                <a:latin typeface="Arial"/>
              </a:rPr>
              <a:t>RUBBERGROUP.VN</a:t>
            </a:r>
          </a:p>
        </p:txBody>
      </p:sp>
      <p:sp>
        <p:nvSpPr>
          <p:cNvPr id="21" name="Slide Number Placeholder 5">
            <a:extLst>
              <a:ext uri="{FF2B5EF4-FFF2-40B4-BE49-F238E27FC236}">
                <a16:creationId xmlns:a16="http://schemas.microsoft.com/office/drawing/2014/main" id="{29F814A1-AF0A-3F61-C4F7-F277EBD33B65}"/>
              </a:ext>
            </a:extLst>
          </p:cNvPr>
          <p:cNvSpPr txBox="1">
            <a:spLocks/>
          </p:cNvSpPr>
          <p:nvPr/>
        </p:nvSpPr>
        <p:spPr>
          <a:xfrm>
            <a:off x="4495800" y="9527301"/>
            <a:ext cx="2077893" cy="194236"/>
          </a:xfrm>
          <a:prstGeom prst="rect">
            <a:avLst/>
          </a:prstGeom>
        </p:spPr>
        <p:txBody>
          <a:bodyPr lIns="0" tIns="0" rIns="0" bIns="0" anchor="t" anchorCtr="0">
            <a:noAutofit/>
          </a:bodyPr>
          <a:lstStyle>
            <a:defPPr>
              <a:defRPr lang="en-US"/>
            </a:defPPr>
            <a:lvl1pPr marL="0" algn="r" defTabSz="957796" rtl="0" eaLnBrk="1" latinLnBrk="0" hangingPunct="1">
              <a:defRPr sz="900" kern="1200">
                <a:solidFill>
                  <a:schemeClr val="bg1"/>
                </a:solidFill>
                <a:latin typeface="Arial" pitchFamily="34" charset="0"/>
                <a:ea typeface="+mn-ea"/>
                <a:cs typeface="Arial" pitchFamily="34" charset="0"/>
              </a:defRPr>
            </a:lvl1pPr>
            <a:lvl2pPr marL="478898" algn="l" defTabSz="957796" rtl="0" eaLnBrk="1" latinLnBrk="0" hangingPunct="1">
              <a:defRPr sz="1900" kern="1200">
                <a:solidFill>
                  <a:schemeClr val="tx1"/>
                </a:solidFill>
                <a:latin typeface="+mn-lt"/>
                <a:ea typeface="+mn-ea"/>
                <a:cs typeface="+mn-cs"/>
              </a:defRPr>
            </a:lvl2pPr>
            <a:lvl3pPr marL="957796" algn="l" defTabSz="957796" rtl="0" eaLnBrk="1" latinLnBrk="0" hangingPunct="1">
              <a:defRPr sz="1900" kern="1200">
                <a:solidFill>
                  <a:schemeClr val="tx1"/>
                </a:solidFill>
                <a:latin typeface="+mn-lt"/>
                <a:ea typeface="+mn-ea"/>
                <a:cs typeface="+mn-cs"/>
              </a:defRPr>
            </a:lvl3pPr>
            <a:lvl4pPr marL="1436696" algn="l" defTabSz="957796" rtl="0" eaLnBrk="1" latinLnBrk="0" hangingPunct="1">
              <a:defRPr sz="1900" kern="1200">
                <a:solidFill>
                  <a:schemeClr val="tx1"/>
                </a:solidFill>
                <a:latin typeface="+mn-lt"/>
                <a:ea typeface="+mn-ea"/>
                <a:cs typeface="+mn-cs"/>
              </a:defRPr>
            </a:lvl4pPr>
            <a:lvl5pPr marL="1915594" algn="l" defTabSz="957796" rtl="0" eaLnBrk="1" latinLnBrk="0" hangingPunct="1">
              <a:defRPr sz="1900" kern="1200">
                <a:solidFill>
                  <a:schemeClr val="tx1"/>
                </a:solidFill>
                <a:latin typeface="+mn-lt"/>
                <a:ea typeface="+mn-ea"/>
                <a:cs typeface="+mn-cs"/>
              </a:defRPr>
            </a:lvl5pPr>
            <a:lvl6pPr marL="2394492" algn="l" defTabSz="957796" rtl="0" eaLnBrk="1" latinLnBrk="0" hangingPunct="1">
              <a:defRPr sz="1900" kern="1200">
                <a:solidFill>
                  <a:schemeClr val="tx1"/>
                </a:solidFill>
                <a:latin typeface="+mn-lt"/>
                <a:ea typeface="+mn-ea"/>
                <a:cs typeface="+mn-cs"/>
              </a:defRPr>
            </a:lvl6pPr>
            <a:lvl7pPr marL="2873390" algn="l" defTabSz="957796" rtl="0" eaLnBrk="1" latinLnBrk="0" hangingPunct="1">
              <a:defRPr sz="1900" kern="1200">
                <a:solidFill>
                  <a:schemeClr val="tx1"/>
                </a:solidFill>
                <a:latin typeface="+mn-lt"/>
                <a:ea typeface="+mn-ea"/>
                <a:cs typeface="+mn-cs"/>
              </a:defRPr>
            </a:lvl7pPr>
            <a:lvl8pPr marL="3352289" algn="l" defTabSz="957796" rtl="0" eaLnBrk="1" latinLnBrk="0" hangingPunct="1">
              <a:defRPr sz="1900" kern="1200">
                <a:solidFill>
                  <a:schemeClr val="tx1"/>
                </a:solidFill>
                <a:latin typeface="+mn-lt"/>
                <a:ea typeface="+mn-ea"/>
                <a:cs typeface="+mn-cs"/>
              </a:defRPr>
            </a:lvl8pPr>
            <a:lvl9pPr marL="3831188" algn="l" defTabSz="957796" rtl="0" eaLnBrk="1" latinLnBrk="0" hangingPunct="1">
              <a:defRPr sz="1900" kern="1200">
                <a:solidFill>
                  <a:schemeClr val="tx1"/>
                </a:solidFill>
                <a:latin typeface="+mn-lt"/>
                <a:ea typeface="+mn-ea"/>
                <a:cs typeface="+mn-cs"/>
              </a:defRPr>
            </a:lvl9pPr>
          </a:lstStyle>
          <a:p>
            <a:r>
              <a:rPr lang="en-GB" dirty="0">
                <a:solidFill>
                  <a:srgbClr val="FFFFFF"/>
                </a:solidFill>
                <a:latin typeface="Arial"/>
              </a:rPr>
              <a:t>BAN THỊ TRƯỜNG KINH DOANH</a:t>
            </a:r>
          </a:p>
        </p:txBody>
      </p:sp>
      <p:sp>
        <p:nvSpPr>
          <p:cNvPr id="23" name="Content Placeholder 9">
            <a:extLst>
              <a:ext uri="{FF2B5EF4-FFF2-40B4-BE49-F238E27FC236}">
                <a16:creationId xmlns:a16="http://schemas.microsoft.com/office/drawing/2014/main" id="{D2C4FDB0-18AA-2435-8EDF-82AE0AB96ADA}"/>
              </a:ext>
            </a:extLst>
          </p:cNvPr>
          <p:cNvSpPr>
            <a:spLocks noGrp="1"/>
          </p:cNvSpPr>
          <p:nvPr>
            <p:ph sz="quarter" idx="13"/>
          </p:nvPr>
        </p:nvSpPr>
        <p:spPr>
          <a:xfrm>
            <a:off x="2220045" y="679823"/>
            <a:ext cx="4432300" cy="524978"/>
          </a:xfrm>
        </p:spPr>
        <p:txBody>
          <a:bodyPr vert="horz" lIns="0" tIns="0" rIns="0" bIns="0" rtlCol="0" anchor="t">
            <a:noAutofit/>
          </a:bodyPr>
          <a:lstStyle/>
          <a:p>
            <a:pPr indent="-214630">
              <a:spcAft>
                <a:spcPts val="0"/>
              </a:spcAft>
            </a:pPr>
            <a:r>
              <a:rPr lang="en-US" sz="1400" b="1" dirty="0">
                <a:latin typeface="+mn-lt"/>
              </a:rPr>
              <a:t>BẢN TIN THỊ TRƯỜNG CAO SU NGÀY </a:t>
            </a:r>
            <a:r>
              <a:rPr lang="en-US" sz="1400" b="1" dirty="0" smtClean="0">
                <a:latin typeface="+mn-lt"/>
              </a:rPr>
              <a:t>18/06/2026</a:t>
            </a:r>
            <a:endParaRPr lang="en-US" sz="1400" b="1" dirty="0">
              <a:latin typeface="+mn-lt"/>
              <a:cs typeface="Arial"/>
            </a:endParaRPr>
          </a:p>
        </p:txBody>
      </p:sp>
      <p:sp>
        <p:nvSpPr>
          <p:cNvPr id="15" name="Rectangle 14">
            <a:extLst>
              <a:ext uri="{FF2B5EF4-FFF2-40B4-BE49-F238E27FC236}">
                <a16:creationId xmlns:a16="http://schemas.microsoft.com/office/drawing/2014/main" id="{F4CA046A-F9FB-ACFA-A703-ACA34EA3B5BD}"/>
              </a:ext>
            </a:extLst>
          </p:cNvPr>
          <p:cNvSpPr/>
          <p:nvPr/>
        </p:nvSpPr>
        <p:spPr>
          <a:xfrm>
            <a:off x="577885" y="1524535"/>
            <a:ext cx="6074459" cy="2662652"/>
          </a:xfrm>
          <a:prstGeom prst="rect">
            <a:avLst/>
          </a:prstGeom>
        </p:spPr>
        <p:txBody>
          <a:bodyPr wrap="square" lIns="91440" tIns="45720" rIns="91440" bIns="45720" anchor="t">
            <a:spAutoFit/>
          </a:bodyPr>
          <a:lstStyle/>
          <a:p>
            <a:pPr marL="6350" marR="635" indent="-6350" algn="just">
              <a:spcBef>
                <a:spcPts val="1200"/>
              </a:spcBef>
              <a:spcAft>
                <a:spcPts val="1200"/>
              </a:spcAft>
            </a:pPr>
            <a:r>
              <a:rPr lang="en-US" sz="1200" b="1" dirty="0">
                <a:solidFill>
                  <a:srgbClr val="00B050"/>
                </a:solidFill>
                <a:ea typeface="Calibri"/>
              </a:rPr>
              <a:t>IV. </a:t>
            </a:r>
            <a:r>
              <a:rPr lang="en-US" sz="1200" b="1" dirty="0" err="1">
                <a:solidFill>
                  <a:srgbClr val="00B050"/>
                </a:solidFill>
                <a:ea typeface="Calibri"/>
              </a:rPr>
              <a:t>Các</a:t>
            </a:r>
            <a:r>
              <a:rPr lang="en-US" sz="1200" b="1" dirty="0">
                <a:solidFill>
                  <a:srgbClr val="00B050"/>
                </a:solidFill>
                <a:ea typeface="Calibri"/>
              </a:rPr>
              <a:t> </a:t>
            </a:r>
            <a:r>
              <a:rPr lang="en-US" sz="1200" b="1" dirty="0" err="1">
                <a:solidFill>
                  <a:srgbClr val="00B050"/>
                </a:solidFill>
                <a:ea typeface="Calibri"/>
              </a:rPr>
              <a:t>thông</a:t>
            </a:r>
            <a:r>
              <a:rPr lang="en-US" sz="1200" b="1" dirty="0">
                <a:solidFill>
                  <a:srgbClr val="00B050"/>
                </a:solidFill>
                <a:ea typeface="Calibri"/>
              </a:rPr>
              <a:t> tin </a:t>
            </a:r>
            <a:r>
              <a:rPr lang="en-US" sz="1200" b="1" dirty="0" err="1">
                <a:solidFill>
                  <a:srgbClr val="00B050"/>
                </a:solidFill>
                <a:ea typeface="Calibri"/>
              </a:rPr>
              <a:t>thị</a:t>
            </a:r>
            <a:r>
              <a:rPr lang="en-US" sz="1200" b="1" dirty="0">
                <a:solidFill>
                  <a:srgbClr val="00B050"/>
                </a:solidFill>
                <a:ea typeface="Calibri"/>
              </a:rPr>
              <a:t> </a:t>
            </a:r>
            <a:r>
              <a:rPr lang="en-US" sz="1200" b="1" dirty="0" err="1">
                <a:solidFill>
                  <a:srgbClr val="00B050"/>
                </a:solidFill>
                <a:ea typeface="Calibri"/>
              </a:rPr>
              <a:t>trường</a:t>
            </a:r>
            <a:r>
              <a:rPr lang="en-US" sz="1200" b="1" dirty="0">
                <a:solidFill>
                  <a:srgbClr val="00B050"/>
                </a:solidFill>
                <a:ea typeface="Calibri"/>
              </a:rPr>
              <a:t> </a:t>
            </a:r>
            <a:r>
              <a:rPr lang="en-US" sz="1200" b="1" dirty="0" err="1">
                <a:solidFill>
                  <a:srgbClr val="00B050"/>
                </a:solidFill>
                <a:ea typeface="Calibri"/>
              </a:rPr>
              <a:t>liên</a:t>
            </a:r>
            <a:r>
              <a:rPr lang="en-US" sz="1200" b="1" dirty="0">
                <a:solidFill>
                  <a:srgbClr val="00B050"/>
                </a:solidFill>
                <a:ea typeface="Calibri"/>
              </a:rPr>
              <a:t> </a:t>
            </a:r>
            <a:r>
              <a:rPr lang="en-US" sz="1200" b="1" dirty="0" err="1">
                <a:solidFill>
                  <a:srgbClr val="00B050"/>
                </a:solidFill>
                <a:ea typeface="Calibri"/>
              </a:rPr>
              <a:t>quan</a:t>
            </a:r>
            <a:r>
              <a:rPr lang="en-US" sz="1200" b="1" dirty="0">
                <a:solidFill>
                  <a:srgbClr val="00B050"/>
                </a:solidFill>
                <a:ea typeface="Calibri"/>
              </a:rPr>
              <a:t>:</a:t>
            </a:r>
            <a:r>
              <a:rPr lang="en-US" sz="1200" dirty="0">
                <a:effectLst/>
                <a:latin typeface="Arial" panose="020B0604020202020204" pitchFamily="34" charset="0"/>
                <a:ea typeface="Times New Roman" panose="02020603050405020304" pitchFamily="18" charset="0"/>
              </a:rPr>
              <a:t> </a:t>
            </a:r>
            <a:r>
              <a:rPr lang="en-US" sz="1250" dirty="0">
                <a:effectLst/>
                <a:latin typeface="Arial" panose="020B0604020202020204" pitchFamily="34" charset="0"/>
                <a:ea typeface="Times New Roman" panose="02020603050405020304" pitchFamily="18" charset="0"/>
              </a:rPr>
              <a:t> </a:t>
            </a:r>
            <a:r>
              <a:rPr lang="en-US" sz="1200" dirty="0">
                <a:effectLst/>
                <a:latin typeface="Arial" panose="020B0604020202020204" pitchFamily="34" charset="0"/>
                <a:ea typeface="Times New Roman" panose="02020603050405020304" pitchFamily="18" charset="0"/>
              </a:rPr>
              <a:t> </a:t>
            </a:r>
            <a:r>
              <a:rPr lang="en-US" sz="1200" dirty="0">
                <a:solidFill>
                  <a:srgbClr val="000000"/>
                </a:solidFill>
                <a:effectLst/>
                <a:latin typeface="Arial" panose="020B0604020202020204" pitchFamily="34" charset="0"/>
                <a:ea typeface="Times New Roman" panose="02020603050405020304" pitchFamily="18" charset="0"/>
              </a:rPr>
              <a:t> </a:t>
            </a:r>
            <a:r>
              <a:rPr lang="en-US" sz="1000" dirty="0">
                <a:effectLst/>
                <a:latin typeface="Arial" panose="020B0604020202020204" pitchFamily="34" charset="0"/>
                <a:ea typeface="Times New Roman" panose="02020603050405020304" pitchFamily="18" charset="0"/>
              </a:rPr>
              <a:t> </a:t>
            </a:r>
          </a:p>
          <a:p>
            <a:pPr marL="342900" lvl="0" indent="-342900" algn="just">
              <a:lnSpc>
                <a:spcPct val="120000"/>
              </a:lnSpc>
              <a:spcAft>
                <a:spcPts val="600"/>
              </a:spcAft>
              <a:buSzPts val="1000"/>
              <a:buFont typeface="Symbol" panose="05050102010706020507" pitchFamily="18" charset="2"/>
              <a:buChar char=""/>
            </a:pPr>
            <a:r>
              <a:rPr lang="en-US" sz="1300" dirty="0" err="1">
                <a:latin typeface="Arial" panose="020B0604020202020204" pitchFamily="34" charset="0"/>
                <a:ea typeface="Calibri" panose="020F0502020204030204" pitchFamily="34" charset="0"/>
              </a:rPr>
              <a:t>Tuy nhiên, Đồng yên yếu giúp các tài sản được định giá bằng Đồng yên trở nên rẻ hơn đối với nhà đầu tư nước ngoài, từ đó góp phần hạn chế đà giảm của thị trường cao su.</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r>
              <a:rPr lang="en-US" sz="1300" dirty="0" err="1">
                <a:latin typeface="Arial" panose="020B0604020202020204" pitchFamily="34" charset="0"/>
                <a:ea typeface="Calibri" panose="020F0502020204030204" pitchFamily="34" charset="0"/>
              </a:rPr>
              <a:t/>
            </a:r>
            <a:r>
              <a:rPr lang="en-US" sz="1300" dirty="0">
                <a:latin typeface="Arial" panose="020B0604020202020204" pitchFamily="34" charset="0"/>
                <a:ea typeface="Calibri" panose="020F0502020204030204" pitchFamily="34" charset="0"/>
              </a:rPr>
              <a:t/>
            </a:r>
            <a:endParaRPr lang="en-US" sz="1300" dirty="0">
              <a:latin typeface="Calibri" panose="020F0502020204030204" pitchFamily="34" charset="0"/>
              <a:ea typeface="Calibri" panose="020F0502020204030204" pitchFamily="34" charset="0"/>
            </a:endParaRPr>
          </a:p>
          <a:p>
            <a:pPr algn="just">
              <a:lnSpc>
                <a:spcPct val="120000"/>
              </a:lnSpc>
              <a:spcAft>
                <a:spcPts val="600"/>
              </a:spcAft>
            </a:pPr>
            <a:r>
              <a:rPr lang="en-US" sz="1200" b="1" i="1" u="sng" dirty="0" err="1">
                <a:solidFill>
                  <a:srgbClr val="00B050"/>
                </a:solidFill>
                <a:latin typeface="Arial" panose="020B0604020202020204" pitchFamily="34" charset="0"/>
                <a:ea typeface="Calibri" panose="020F0502020204030204" pitchFamily="34" charset="0"/>
              </a:rPr>
              <a:t>Nguồntin:https</a:t>
            </a:r>
            <a:r>
              <a:rPr lang="en-US" sz="1200" b="1" i="1" u="sng" dirty="0">
                <a:solidFill>
                  <a:srgbClr val="00B050"/>
                </a:solidFill>
                <a:latin typeface="Arial" panose="020B0604020202020204" pitchFamily="34" charset="0"/>
                <a:ea typeface="Calibri" panose="020F0502020204030204" pitchFamily="34" charset="0"/>
              </a:rPr>
              <a:t>://intl.sci99.com/</a:t>
            </a:r>
            <a:r>
              <a:rPr lang="en-US" sz="1200" b="1" i="1" u="sng" dirty="0" err="1">
                <a:solidFill>
                  <a:srgbClr val="00B050"/>
                </a:solidFill>
                <a:latin typeface="Arial" panose="020B0604020202020204" pitchFamily="34" charset="0"/>
                <a:ea typeface="Calibri" panose="020F0502020204030204" pitchFamily="34" charset="0"/>
              </a:rPr>
              <a:t>annualreport</a:t>
            </a:r>
            <a:r>
              <a:rPr lang="en-US" sz="1200" b="1" i="1" u="sng" dirty="0">
                <a:solidFill>
                  <a:srgbClr val="00B050"/>
                </a:solidFill>
                <a:latin typeface="Arial" panose="020B0604020202020204" pitchFamily="34" charset="0"/>
                <a:ea typeface="Calibri" panose="020F0502020204030204" pitchFamily="34" charset="0"/>
              </a:rPr>
              <a:t>/;</a:t>
            </a:r>
            <a:r>
              <a:rPr lang="en-US" sz="1200" b="1" i="1" u="sng" dirty="0" err="1">
                <a:solidFill>
                  <a:srgbClr val="00B050"/>
                </a:solidFill>
                <a:latin typeface="Arial" panose="020B0604020202020204" pitchFamily="34" charset="0"/>
                <a:ea typeface="Calibri" panose="020F0502020204030204" pitchFamily="34" charset="0"/>
              </a:rPr>
              <a:t>ReportSublimeChinaInformation</a:t>
            </a:r>
            <a:r>
              <a:rPr lang="vi-VN" sz="1200" b="1" i="1" u="sng" dirty="0">
                <a:solidFill>
                  <a:srgbClr val="00B050"/>
                </a:solidFill>
                <a:latin typeface="Arial" panose="020B0604020202020204" pitchFamily="34" charset="0"/>
                <a:ea typeface="Calibri" panose="020F0502020204030204" pitchFamily="34" charset="0"/>
              </a:rPr>
              <a:t>;</a:t>
            </a:r>
            <a:endParaRPr lang="en-US" sz="1200" dirty="0">
              <a:latin typeface="Calibri" panose="020F0502020204030204" pitchFamily="34" charset="0"/>
              <a:ea typeface="Calibri" panose="020F0502020204030204" pitchFamily="34" charset="0"/>
            </a:endParaRPr>
          </a:p>
          <a:p>
            <a:pPr algn="just">
              <a:lnSpc>
                <a:spcPct val="120000"/>
              </a:lnSpc>
              <a:spcAft>
                <a:spcPts val="600"/>
              </a:spcAft>
            </a:pPr>
            <a:r>
              <a:rPr lang="vi-VN" sz="1200" b="1" i="1" u="sng" dirty="0">
                <a:solidFill>
                  <a:srgbClr val="00B050"/>
                </a:solidFill>
                <a:latin typeface="Arial" panose="020B0604020202020204" pitchFamily="34" charset="0"/>
                <a:ea typeface="Calibri" panose="020F0502020204030204" pitchFamily="34" charset="0"/>
              </a:rPr>
              <a:t>Nguồn tin: https://intl.sci99.com/annualreport/; Report Sublime China Information;</a:t>
            </a:r>
            <a:endParaRPr lang="en-US" sz="1200" dirty="0">
              <a:latin typeface="Calibri" panose="020F0502020204030204" pitchFamily="34" charset="0"/>
              <a:ea typeface="Calibri" panose="020F0502020204030204" pitchFamily="34" charset="0"/>
            </a:endParaRPr>
          </a:p>
          <a:p>
            <a:pPr>
              <a:spcAft>
                <a:spcPts val="0"/>
              </a:spcAft>
            </a:pPr>
            <a:r>
              <a:rPr lang="vi-VN" sz="1200" b="1" i="1" u="sng" dirty="0">
                <a:solidFill>
                  <a:srgbClr val="00B050"/>
                </a:solidFill>
                <a:latin typeface="Arial" panose="020B0604020202020204" pitchFamily="34" charset="0"/>
                <a:ea typeface="Calibri" panose="020F0502020204030204" pitchFamily="34" charset="0"/>
              </a:rPr>
              <a:t>https://vietnambiz.vn/gia-cao-su-hom-nay</a:t>
            </a:r>
            <a:endParaRPr lang="en-US" sz="1200" dirty="0">
              <a:latin typeface="Calibri" panose="020F0502020204030204" pitchFamily="34" charset="0"/>
              <a:ea typeface="Calibri" panose="020F0502020204030204" pitchFamily="34" charset="0"/>
            </a:endParaRPr>
          </a:p>
          <a:p>
            <a:pPr algn="just">
              <a:lnSpc>
                <a:spcPct val="115000"/>
              </a:lnSpc>
              <a:spcAft>
                <a:spcPts val="600"/>
              </a:spcAft>
            </a:pPr>
            <a:endParaRPr lang="en-US" sz="1350" dirty="0" smtClean="0">
              <a:ea typeface="Times New Roman" panose="02020603050405020304" pitchFamily="18" charset="0"/>
            </a:endParaRPr>
          </a:p>
        </p:txBody>
      </p:sp>
    </p:spTree>
    <p:extLst>
      <p:ext uri="{BB962C8B-B14F-4D97-AF65-F5344CB8AC3E}">
        <p14:creationId xmlns:p14="http://schemas.microsoft.com/office/powerpoint/2010/main" val="3518761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8351" y="8499"/>
            <a:ext cx="6846232" cy="9889001"/>
          </a:xfrm>
          <a:prstGeom prst="rect">
            <a:avLst/>
          </a:prstGeom>
        </p:spPr>
      </p:pic>
    </p:spTree>
    <p:extLst>
      <p:ext uri="{BB962C8B-B14F-4D97-AF65-F5344CB8AC3E}">
        <p14:creationId xmlns:p14="http://schemas.microsoft.com/office/powerpoint/2010/main" val="4122240153"/>
      </p:ext>
    </p:extLst>
  </p:cSld>
  <p:clrMapOvr>
    <a:masterClrMapping/>
  </p:clrMapOvr>
</p:sld>
</file>

<file path=ppt/theme/theme1.xml><?xml version="1.0" encoding="utf-8"?>
<a:theme xmlns:a="http://schemas.openxmlformats.org/drawingml/2006/main" name="PwC Report">
  <a:themeElements>
    <a:clrScheme name="PwC Orange">
      <a:dk1>
        <a:srgbClr val="000000"/>
      </a:dk1>
      <a:lt1>
        <a:srgbClr val="FFFFFF"/>
      </a:lt1>
      <a:dk2>
        <a:srgbClr val="DC6900"/>
      </a:dk2>
      <a:lt2>
        <a:srgbClr val="FFFFFF"/>
      </a:lt2>
      <a:accent1>
        <a:srgbClr val="DC6900"/>
      </a:accent1>
      <a:accent2>
        <a:srgbClr val="FFB600"/>
      </a:accent2>
      <a:accent3>
        <a:srgbClr val="602320"/>
      </a:accent3>
      <a:accent4>
        <a:srgbClr val="DB536A"/>
      </a:accent4>
      <a:accent5>
        <a:srgbClr val="A32020"/>
      </a:accent5>
      <a:accent6>
        <a:srgbClr val="E0301E"/>
      </a:accent6>
      <a:hlink>
        <a:srgbClr val="DC6900"/>
      </a:hlink>
      <a:folHlink>
        <a:srgbClr val="DC6900"/>
      </a:folHlink>
    </a:clrScheme>
    <a:fontScheme name="PwC">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ltGray">
        <a:solidFill>
          <a:schemeClr val="tx2"/>
        </a:solidFill>
        <a:ln w="3175">
          <a:solidFill>
            <a:schemeClr val="tx2"/>
          </a:solidFill>
        </a:ln>
      </a:spPr>
      <a:bodyPr rtlCol="0" anchor="ctr"/>
      <a:lstStyle>
        <a:defPPr algn="ctr">
          <a:defRPr dirty="0" err="1" smtClean="0">
            <a:solidFill>
              <a:schemeClr val="bg1"/>
            </a:solidFill>
            <a:latin typeface="Georgia" pitchFamily="18"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spcAft>
            <a:spcPts val="900"/>
          </a:spcAft>
          <a:defRPr sz="2000" dirty="0" smtClean="0">
            <a:latin typeface="Georgia" pitchFamily="18" charset="0"/>
          </a:defRPr>
        </a:defPPr>
      </a:lstStyle>
    </a:txDef>
  </a:objectDefaults>
  <a:extraClrSchemeLst/>
</a:theme>
</file>

<file path=ppt/theme/theme2.xml><?xml version="1.0" encoding="utf-8"?>
<a:theme xmlns:a="http://schemas.openxmlformats.org/drawingml/2006/main" name="1_PwC Report">
  <a:themeElements>
    <a:clrScheme name="PwC Orange">
      <a:dk1>
        <a:srgbClr val="000000"/>
      </a:dk1>
      <a:lt1>
        <a:srgbClr val="FFFFFF"/>
      </a:lt1>
      <a:dk2>
        <a:srgbClr val="DC6900"/>
      </a:dk2>
      <a:lt2>
        <a:srgbClr val="FFFFFF"/>
      </a:lt2>
      <a:accent1>
        <a:srgbClr val="DC6900"/>
      </a:accent1>
      <a:accent2>
        <a:srgbClr val="FFB600"/>
      </a:accent2>
      <a:accent3>
        <a:srgbClr val="602320"/>
      </a:accent3>
      <a:accent4>
        <a:srgbClr val="DB536A"/>
      </a:accent4>
      <a:accent5>
        <a:srgbClr val="A32020"/>
      </a:accent5>
      <a:accent6>
        <a:srgbClr val="E0301E"/>
      </a:accent6>
      <a:hlink>
        <a:srgbClr val="DC6900"/>
      </a:hlink>
      <a:folHlink>
        <a:srgbClr val="DC6900"/>
      </a:folHlink>
    </a:clrScheme>
    <a:fontScheme name="PwC">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ltGray">
        <a:solidFill>
          <a:schemeClr val="tx2"/>
        </a:solidFill>
        <a:ln w="3175">
          <a:solidFill>
            <a:schemeClr val="tx2"/>
          </a:solidFill>
        </a:ln>
      </a:spPr>
      <a:bodyPr rtlCol="0" anchor="ctr"/>
      <a:lstStyle>
        <a:defPPr algn="ctr">
          <a:defRPr dirty="0" err="1" smtClean="0">
            <a:solidFill>
              <a:schemeClr val="bg1"/>
            </a:solidFill>
            <a:latin typeface="Georgia" pitchFamily="18"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spcAft>
            <a:spcPts val="900"/>
          </a:spcAft>
          <a:defRPr sz="2000" dirty="0" smtClean="0">
            <a:latin typeface="Georgia" pitchFamily="18" charset="0"/>
          </a:defRPr>
        </a:defPPr>
      </a:lstStyle>
    </a:txDef>
  </a:objectDefaults>
  <a:extraClrSchemeLst/>
</a:theme>
</file>

<file path=ppt/theme/theme3.xml><?xml version="1.0" encoding="utf-8"?>
<a:theme xmlns:a="http://schemas.openxmlformats.org/drawingml/2006/main" name="2_PwC Report">
  <a:themeElements>
    <a:clrScheme name="PwC Orange">
      <a:dk1>
        <a:srgbClr val="000000"/>
      </a:dk1>
      <a:lt1>
        <a:srgbClr val="FFFFFF"/>
      </a:lt1>
      <a:dk2>
        <a:srgbClr val="DC6900"/>
      </a:dk2>
      <a:lt2>
        <a:srgbClr val="FFFFFF"/>
      </a:lt2>
      <a:accent1>
        <a:srgbClr val="DC6900"/>
      </a:accent1>
      <a:accent2>
        <a:srgbClr val="FFB600"/>
      </a:accent2>
      <a:accent3>
        <a:srgbClr val="602320"/>
      </a:accent3>
      <a:accent4>
        <a:srgbClr val="DB536A"/>
      </a:accent4>
      <a:accent5>
        <a:srgbClr val="A32020"/>
      </a:accent5>
      <a:accent6>
        <a:srgbClr val="E0301E"/>
      </a:accent6>
      <a:hlink>
        <a:srgbClr val="DC6900"/>
      </a:hlink>
      <a:folHlink>
        <a:srgbClr val="DC6900"/>
      </a:folHlink>
    </a:clrScheme>
    <a:fontScheme name="PwC">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ltGray">
        <a:solidFill>
          <a:schemeClr val="tx2"/>
        </a:solidFill>
        <a:ln w="3175">
          <a:solidFill>
            <a:schemeClr val="tx2"/>
          </a:solidFill>
        </a:ln>
      </a:spPr>
      <a:bodyPr rtlCol="0" anchor="ctr"/>
      <a:lstStyle>
        <a:defPPr algn="ctr">
          <a:defRPr dirty="0" err="1" smtClean="0">
            <a:solidFill>
              <a:schemeClr val="bg1"/>
            </a:solidFill>
            <a:latin typeface="Georgia" pitchFamily="18"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spcAft>
            <a:spcPts val="900"/>
          </a:spcAft>
          <a:defRPr sz="2000" dirty="0" smtClean="0">
            <a:latin typeface="Georgia"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themeOverride>
</file>

<file path=ppt/theme/themeOverride2.xml><?xml version="1.0" encoding="utf-8"?>
<a:themeOverride xmlns:a="http://schemas.openxmlformats.org/drawingml/2006/main">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themeOverride>
</file>

<file path=ppt/theme/themeOverride3.xml><?xml version="1.0" encoding="utf-8"?>
<a:themeOverride xmlns:a="http://schemas.openxmlformats.org/drawingml/2006/main">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themeOverride>
</file>

<file path=ppt/theme/themeOverride4.xml><?xml version="1.0" encoding="utf-8"?>
<a:themeOverride xmlns:a="http://schemas.openxmlformats.org/drawingml/2006/main">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themeOverride>
</file>

<file path=ppt/theme/themeOverride5.xml><?xml version="1.0" encoding="utf-8"?>
<a:themeOverride xmlns:a="http://schemas.openxmlformats.org/drawingml/2006/main">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themeOverride>
</file>

<file path=ppt/theme/themeOverride6.xml><?xml version="1.0" encoding="utf-8"?>
<a:themeOverride xmlns:a="http://schemas.openxmlformats.org/drawingml/2006/main">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themeOverride>
</file>

<file path=ppt/theme/themeOverride7.xml><?xml version="1.0" encoding="utf-8"?>
<a:themeOverride xmlns:a="http://schemas.openxmlformats.org/drawingml/2006/main">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themeOverride>
</file>

<file path=ppt/theme/themeOverride8.xml><?xml version="1.0" encoding="utf-8"?>
<a:themeOverride xmlns:a="http://schemas.openxmlformats.org/drawingml/2006/main">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themeOverride>
</file>

<file path=ppt/theme/themeOverride9.xml><?xml version="1.0" encoding="utf-8"?>
<a:themeOverride xmlns:a="http://schemas.openxmlformats.org/drawingml/2006/main">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themeOverride>
</file>

<file path=docProps/app.xml><?xml version="1.0" encoding="utf-8"?>
<Properties xmlns="http://schemas.openxmlformats.org/officeDocument/2006/extended-properties" xmlns:vt="http://schemas.openxmlformats.org/officeDocument/2006/docPropsVTypes">
  <Template/>
  <TotalTime>18597</TotalTime>
  <Words>513</Words>
  <Application>Microsoft Office PowerPoint</Application>
  <PresentationFormat>A4 Paper (210x297 mm)</PresentationFormat>
  <Paragraphs>256</Paragraphs>
  <Slides>6</Slides>
  <Notes>5</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6</vt:i4>
      </vt:variant>
    </vt:vector>
  </HeadingPairs>
  <TitlesOfParts>
    <vt:vector size="15" baseType="lpstr">
      <vt:lpstr>Arial</vt:lpstr>
      <vt:lpstr>Arial Black</vt:lpstr>
      <vt:lpstr>Calibri</vt:lpstr>
      <vt:lpstr>Georgia</vt:lpstr>
      <vt:lpstr>Symbol</vt:lpstr>
      <vt:lpstr>Times New Roman</vt:lpstr>
      <vt:lpstr>PwC Report</vt:lpstr>
      <vt:lpstr>1_PwC Report</vt:lpstr>
      <vt:lpstr>2_PwC Report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TIN THỊ TRƯỜNG</dc:title>
  <dc:creator>Tran Nhu Hung</dc:creator>
  <cp:lastModifiedBy>cntt@rubbergroup.vn</cp:lastModifiedBy>
  <cp:revision>1402</cp:revision>
  <cp:lastPrinted>2025-05-14T01:53:59Z</cp:lastPrinted>
  <dcterms:created xsi:type="dcterms:W3CDTF">2010-09-07T22:57:20Z</dcterms:created>
  <dcterms:modified xsi:type="dcterms:W3CDTF">2026-06-10T02:38:07Z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 create by">
    <vt:lpwstr>PwC</vt:lpwstr>
  </property>
  <property fmtid="{D5CDD505-2E9C-101B-9397-08002B2CF9AE}" pid="3" name="TB template version">
    <vt:lpwstr>6</vt:lpwstr>
  </property>
  <property fmtid="{D5CDD505-2E9C-101B-9397-08002B2CF9AE}" pid="4" name="TB template type">
    <vt:lpwstr>Report</vt:lpwstr>
  </property>
  <property fmtid="{D5CDD505-2E9C-101B-9397-08002B2CF9AE}" pid="5" name="Template version">
    <vt:lpwstr>2</vt:lpwstr>
  </property>
</Properties>
</file>